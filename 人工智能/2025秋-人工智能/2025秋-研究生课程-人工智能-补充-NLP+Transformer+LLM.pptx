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1" r:id="rId1"/>
  </p:sldMasterIdLst>
  <p:notesMasterIdLst>
    <p:notesMasterId r:id="rId6"/>
  </p:notesMasterIdLst>
  <p:sldIdLst>
    <p:sldId id="509" r:id="rId2"/>
    <p:sldId id="510" r:id="rId3"/>
    <p:sldId id="511" r:id="rId4"/>
    <p:sldId id="361" r:id="rId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E6E6"/>
    <a:srgbClr val="3B7552"/>
    <a:srgbClr val="69B38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319" autoAdjust="0"/>
    <p:restoredTop sz="84253" autoAdjust="0"/>
  </p:normalViewPr>
  <p:slideViewPr>
    <p:cSldViewPr snapToGrid="0">
      <p:cViewPr varScale="1">
        <p:scale>
          <a:sx n="84" d="100"/>
          <a:sy n="84" d="100"/>
        </p:scale>
        <p:origin x="724" y="76"/>
      </p:cViewPr>
      <p:guideLst/>
    </p:cSldViewPr>
  </p:slideViewPr>
  <p:notesTextViewPr>
    <p:cViewPr>
      <p:scale>
        <a:sx n="3" d="2"/>
        <a:sy n="3" d="2"/>
      </p:scale>
      <p:origin x="0" y="0"/>
    </p:cViewPr>
  </p:notesTextViewPr>
  <p:notesViewPr>
    <p:cSldViewPr snapToGrid="0">
      <p:cViewPr varScale="1">
        <p:scale>
          <a:sx n="68" d="100"/>
          <a:sy n="68" d="100"/>
        </p:scale>
        <p:origin x="2491" y="35"/>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B77E8A-A707-4AB2-A6C6-7403BA539394}" type="datetimeFigureOut">
              <a:rPr lang="zh-CN" altLang="en-US" smtClean="0"/>
              <a:t>2023/11/20</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C0C158-2C89-4985-B649-E7349DF127C6}" type="slidenum">
              <a:rPr lang="zh-CN" altLang="en-US" smtClean="0"/>
              <a:t>‹#›</a:t>
            </a:fld>
            <a:endParaRPr lang="zh-CN" altLang="en-US"/>
          </a:p>
        </p:txBody>
      </p:sp>
    </p:spTree>
    <p:extLst>
      <p:ext uri="{BB962C8B-B14F-4D97-AF65-F5344CB8AC3E}">
        <p14:creationId xmlns:p14="http://schemas.microsoft.com/office/powerpoint/2010/main" val="32543344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2C0C158-2C89-4985-B649-E7349DF127C6}" type="slidenum">
              <a:rPr lang="zh-CN" altLang="en-US" smtClean="0"/>
              <a:t>1</a:t>
            </a:fld>
            <a:endParaRPr lang="zh-CN" altLang="en-US"/>
          </a:p>
        </p:txBody>
      </p:sp>
    </p:spTree>
    <p:extLst>
      <p:ext uri="{BB962C8B-B14F-4D97-AF65-F5344CB8AC3E}">
        <p14:creationId xmlns:p14="http://schemas.microsoft.com/office/powerpoint/2010/main" val="34719847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也就是判断一个句子是不是人话</a:t>
            </a:r>
          </a:p>
        </p:txBody>
      </p:sp>
      <p:sp>
        <p:nvSpPr>
          <p:cNvPr id="4" name="灯片编号占位符 3"/>
          <p:cNvSpPr>
            <a:spLocks noGrp="1"/>
          </p:cNvSpPr>
          <p:nvPr>
            <p:ph type="sldNum" sz="quarter" idx="5"/>
          </p:nvPr>
        </p:nvSpPr>
        <p:spPr/>
        <p:txBody>
          <a:bodyPr/>
          <a:lstStyle/>
          <a:p>
            <a:fld id="{E2C0C158-2C89-4985-B649-E7349DF127C6}" type="slidenum">
              <a:rPr lang="zh-CN" altLang="en-US" smtClean="0"/>
              <a:t>3</a:t>
            </a:fld>
            <a:endParaRPr lang="zh-CN" altLang="en-US"/>
          </a:p>
        </p:txBody>
      </p:sp>
    </p:spTree>
    <p:extLst>
      <p:ext uri="{BB962C8B-B14F-4D97-AF65-F5344CB8AC3E}">
        <p14:creationId xmlns:p14="http://schemas.microsoft.com/office/powerpoint/2010/main" val="333087965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EED4288C-4258-4C22-A66E-FA16DCF9D27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18108"/>
            <a:ext cx="8319735" cy="3441302"/>
          </a:xfrm>
          <a:custGeom>
            <a:avLst/>
            <a:gdLst>
              <a:gd name="connsiteX0" fmla="*/ 0 w 8413003"/>
              <a:gd name="connsiteY0" fmla="*/ 0 h 3441302"/>
              <a:gd name="connsiteX1" fmla="*/ 7839441 w 8413003"/>
              <a:gd name="connsiteY1" fmla="*/ 0 h 3441302"/>
              <a:gd name="connsiteX2" fmla="*/ 8413003 w 8413003"/>
              <a:gd name="connsiteY2" fmla="*/ 573562 h 3441302"/>
              <a:gd name="connsiteX3" fmla="*/ 8413003 w 8413003"/>
              <a:gd name="connsiteY3" fmla="*/ 2867740 h 3441302"/>
              <a:gd name="connsiteX4" fmla="*/ 7839441 w 8413003"/>
              <a:gd name="connsiteY4" fmla="*/ 3441302 h 3441302"/>
              <a:gd name="connsiteX5" fmla="*/ 0 w 8413003"/>
              <a:gd name="connsiteY5" fmla="*/ 3441302 h 3441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13003" h="3441302">
                <a:moveTo>
                  <a:pt x="0" y="0"/>
                </a:moveTo>
                <a:lnTo>
                  <a:pt x="7839441" y="0"/>
                </a:lnTo>
                <a:cubicBezTo>
                  <a:pt x="8156211" y="0"/>
                  <a:pt x="8413003" y="256792"/>
                  <a:pt x="8413003" y="573562"/>
                </a:cubicBezTo>
                <a:lnTo>
                  <a:pt x="8413003" y="2867740"/>
                </a:lnTo>
                <a:cubicBezTo>
                  <a:pt x="8413003" y="3184510"/>
                  <a:pt x="8156211" y="3441302"/>
                  <a:pt x="7839441" y="3441302"/>
                </a:cubicBezTo>
                <a:lnTo>
                  <a:pt x="0" y="3441302"/>
                </a:lnTo>
                <a:close/>
              </a:path>
            </a:pathLst>
          </a:custGeom>
          <a:ln w="19050">
            <a:solidFill>
              <a:schemeClr val="bg1"/>
            </a:solidFill>
          </a:ln>
          <a:effectLst>
            <a:outerShdw blurRad="50800" dist="38100" dir="5400000" algn="t" rotWithShape="0">
              <a:prstClr val="black">
                <a:alpha val="40000"/>
              </a:prstClr>
            </a:outerShdw>
          </a:effectLst>
        </p:spPr>
      </p:pic>
      <p:sp>
        <p:nvSpPr>
          <p:cNvPr id="2" name="Title 1"/>
          <p:cNvSpPr>
            <a:spLocks noGrp="1"/>
          </p:cNvSpPr>
          <p:nvPr>
            <p:ph type="ctrTitle"/>
          </p:nvPr>
        </p:nvSpPr>
        <p:spPr>
          <a:xfrm>
            <a:off x="1143000" y="4315760"/>
            <a:ext cx="6858000" cy="827775"/>
          </a:xfrm>
          <a:solidFill>
            <a:schemeClr val="bg2"/>
          </a:solidFill>
        </p:spPr>
        <p:txBody>
          <a:bodyPr anchor="b">
            <a:noAutofit/>
          </a:bodyPr>
          <a:lstStyle>
            <a:lvl1pPr algn="ctr">
              <a:defRPr sz="4000">
                <a:latin typeface="方正屏显雅宋简体" panose="02010600010101010101" pitchFamily="2" charset="-122"/>
                <a:ea typeface="方正屏显雅宋简体" panose="02010600010101010101" pitchFamily="2" charset="-122"/>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1143000" y="5176484"/>
            <a:ext cx="6858000" cy="1113971"/>
          </a:xfrm>
        </p:spPr>
        <p:txBody>
          <a:bodyPr>
            <a:normAutofit/>
          </a:bodyPr>
          <a:lstStyle>
            <a:lvl1pPr marL="0" indent="0" algn="ctr">
              <a:buNone/>
              <a:defRPr sz="1800">
                <a:solidFill>
                  <a:schemeClr val="tx1">
                    <a:lumMod val="75000"/>
                    <a:lumOff val="25000"/>
                  </a:schemeClr>
                </a:solidFill>
                <a:latin typeface="楷体" panose="02010609060101010101" pitchFamily="49" charset="-122"/>
                <a:ea typeface="楷体" panose="02010609060101010101" pitchFamily="49" charset="-122"/>
              </a:defRPr>
            </a:lvl1pPr>
            <a:lvl2pPr marL="342900" indent="0" algn="ctr">
              <a:buNone/>
              <a:defRPr sz="21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zh-CN" altLang="en-US" dirty="0"/>
              <a:t>单击此处编辑母版副标题样式</a:t>
            </a:r>
            <a:endParaRPr lang="en-US" dirty="0"/>
          </a:p>
        </p:txBody>
      </p:sp>
      <p:sp>
        <p:nvSpPr>
          <p:cNvPr id="4" name="Date Placeholder 3"/>
          <p:cNvSpPr>
            <a:spLocks noGrp="1"/>
          </p:cNvSpPr>
          <p:nvPr>
            <p:ph type="dt" sz="half" idx="10"/>
          </p:nvPr>
        </p:nvSpPr>
        <p:spPr/>
        <p:txBody>
          <a:bodyPr/>
          <a:lstStyle/>
          <a:p>
            <a:fld id="{F17FE596-35CF-4558-A980-483C7A980144}" type="datetimeFigureOut">
              <a:rPr lang="zh-CN" altLang="en-US" smtClean="0"/>
              <a:t>2023/11/20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4E1FEC4-1FA1-480B-A396-F3B074CB2BD4}" type="slidenum">
              <a:rPr lang="zh-CN" altLang="en-US" smtClean="0"/>
              <a:t>‹#›</a:t>
            </a:fld>
            <a:endParaRPr lang="zh-CN" altLang="en-US"/>
          </a:p>
        </p:txBody>
      </p:sp>
      <p:sp>
        <p:nvSpPr>
          <p:cNvPr id="8" name="箭头: 五边形 7">
            <a:extLst>
              <a:ext uri="{FF2B5EF4-FFF2-40B4-BE49-F238E27FC236}">
                <a16:creationId xmlns:a16="http://schemas.microsoft.com/office/drawing/2014/main" id="{1DBA254F-78C6-4465-9AB1-0965A644493F}"/>
              </a:ext>
            </a:extLst>
          </p:cNvPr>
          <p:cNvSpPr/>
          <p:nvPr userDrawn="1"/>
        </p:nvSpPr>
        <p:spPr>
          <a:xfrm>
            <a:off x="1" y="361757"/>
            <a:ext cx="8182465" cy="623344"/>
          </a:xfrm>
          <a:prstGeom prst="homePlate">
            <a:avLst/>
          </a:prstGeom>
          <a:solidFill>
            <a:srgbClr val="C00000"/>
          </a:solidFill>
        </p:spPr>
        <p:txBody>
          <a:bodyPr wrap="square" lIns="144000" rIns="180000" anchor="ctr">
            <a:noAutofit/>
          </a:bodyPr>
          <a:lstStyle/>
          <a:p>
            <a:pPr marL="0" marR="0" lvl="0" indent="0" algn="dist" defTabSz="4572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chemeClr val="bg1"/>
                </a:solidFill>
                <a:effectLst/>
                <a:uLnTx/>
                <a:uFillTx/>
                <a:latin typeface="方正粗黑宋简体" panose="02000000000000000000" pitchFamily="2" charset="-122"/>
                <a:ea typeface="方正粗黑宋简体" panose="02000000000000000000" pitchFamily="2" charset="-122"/>
                <a:cs typeface="+mn-cs"/>
              </a:rPr>
              <a:t>2023</a:t>
            </a:r>
            <a:r>
              <a:rPr kumimoji="0" lang="zh-CN" altLang="en-US" sz="2400" b="1" i="0" u="none" strike="noStrike" kern="1200" cap="none" spc="0" normalizeH="0" baseline="0" noProof="0" dirty="0">
                <a:ln>
                  <a:noFill/>
                </a:ln>
                <a:solidFill>
                  <a:schemeClr val="bg1"/>
                </a:solidFill>
                <a:effectLst/>
                <a:uLnTx/>
                <a:uFillTx/>
                <a:latin typeface="方正粗黑宋简体" panose="02000000000000000000" pitchFamily="2" charset="-122"/>
                <a:ea typeface="方正粗黑宋简体" panose="02000000000000000000" pitchFamily="2" charset="-122"/>
                <a:cs typeface="+mn-cs"/>
              </a:rPr>
              <a:t>年秋季学期研究生课程</a:t>
            </a:r>
            <a:r>
              <a:rPr kumimoji="0" lang="en-US" altLang="zh-CN" sz="2400" b="1" i="0" u="none" strike="noStrike" kern="1200" cap="none" spc="0" normalizeH="0" baseline="0" noProof="0" dirty="0">
                <a:ln>
                  <a:noFill/>
                </a:ln>
                <a:solidFill>
                  <a:schemeClr val="bg1"/>
                </a:solidFill>
                <a:effectLst/>
                <a:uLnTx/>
                <a:uFillTx/>
                <a:latin typeface="方正粗黑宋简体" panose="02000000000000000000" pitchFamily="2" charset="-122"/>
                <a:ea typeface="方正粗黑宋简体" panose="02000000000000000000" pitchFamily="2" charset="-122"/>
                <a:cs typeface="+mn-cs"/>
              </a:rPr>
              <a:t>——Artificial Intelligence</a:t>
            </a:r>
            <a:endParaRPr kumimoji="0" lang="zh-CN" altLang="en-US" sz="2400" b="1" i="0" u="none" strike="noStrike" kern="1200" cap="none" spc="0" normalizeH="0" baseline="0" noProof="0" dirty="0">
              <a:ln>
                <a:noFill/>
              </a:ln>
              <a:solidFill>
                <a:schemeClr val="bg1"/>
              </a:solidFill>
              <a:effectLst/>
              <a:uLnTx/>
              <a:uFillTx/>
              <a:latin typeface="方正粗黑宋简体" panose="02000000000000000000" pitchFamily="2" charset="-122"/>
              <a:ea typeface="方正粗黑宋简体" panose="02000000000000000000" pitchFamily="2" charset="-122"/>
              <a:cs typeface="+mn-cs"/>
            </a:endParaRPr>
          </a:p>
        </p:txBody>
      </p:sp>
    </p:spTree>
    <p:extLst>
      <p:ext uri="{BB962C8B-B14F-4D97-AF65-F5344CB8AC3E}">
        <p14:creationId xmlns:p14="http://schemas.microsoft.com/office/powerpoint/2010/main" val="19484670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pic>
        <p:nvPicPr>
          <p:cNvPr id="50" name="图片 49">
            <a:extLst>
              <a:ext uri="{FF2B5EF4-FFF2-40B4-BE49-F238E27FC236}">
                <a16:creationId xmlns:a16="http://schemas.microsoft.com/office/drawing/2014/main" id="{6D75C877-5836-4709-A27D-84E803215F2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3116" t="60" r="11775"/>
          <a:stretch/>
        </p:blipFill>
        <p:spPr>
          <a:xfrm>
            <a:off x="0" y="-6291"/>
            <a:ext cx="6115957" cy="6874682"/>
          </a:xfrm>
          <a:custGeom>
            <a:avLst/>
            <a:gdLst>
              <a:gd name="connsiteX0" fmla="*/ 6115957 w 6115957"/>
              <a:gd name="connsiteY0" fmla="*/ 0 h 6874682"/>
              <a:gd name="connsiteX1" fmla="*/ 6087443 w 6115957"/>
              <a:gd name="connsiteY1" fmla="*/ 148850 h 6874682"/>
              <a:gd name="connsiteX2" fmla="*/ 4298524 w 6115957"/>
              <a:gd name="connsiteY2" fmla="*/ 6866216 h 6874682"/>
              <a:gd name="connsiteX3" fmla="*/ 0 w 6115957"/>
              <a:gd name="connsiteY3" fmla="*/ 6874682 h 6874682"/>
              <a:gd name="connsiteX4" fmla="*/ 0 w 6115957"/>
              <a:gd name="connsiteY4" fmla="*/ 8312 h 6874682"/>
              <a:gd name="connsiteX5" fmla="*/ 7263 w 6115957"/>
              <a:gd name="connsiteY5" fmla="*/ 8282 h 6874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15957" h="6874682">
                <a:moveTo>
                  <a:pt x="6115957" y="0"/>
                </a:moveTo>
                <a:lnTo>
                  <a:pt x="6087443" y="148850"/>
                </a:lnTo>
                <a:lnTo>
                  <a:pt x="4298524" y="6866216"/>
                </a:lnTo>
                <a:lnTo>
                  <a:pt x="0" y="6874682"/>
                </a:lnTo>
                <a:lnTo>
                  <a:pt x="0" y="8312"/>
                </a:lnTo>
                <a:lnTo>
                  <a:pt x="7263" y="8282"/>
                </a:lnTo>
                <a:close/>
              </a:path>
            </a:pathLst>
          </a:custGeom>
        </p:spPr>
      </p:pic>
      <p:grpSp>
        <p:nvGrpSpPr>
          <p:cNvPr id="21" name="组合 20"/>
          <p:cNvGrpSpPr/>
          <p:nvPr userDrawn="1"/>
        </p:nvGrpSpPr>
        <p:grpSpPr bwMode="auto">
          <a:xfrm>
            <a:off x="6660225" y="405468"/>
            <a:ext cx="1994921" cy="1650921"/>
            <a:chOff x="6444208" y="260648"/>
            <a:chExt cx="2440498" cy="2019854"/>
          </a:xfrm>
        </p:grpSpPr>
        <p:sp>
          <p:nvSpPr>
            <p:cNvPr id="22" name="Freeform 5"/>
            <p:cNvSpPr/>
            <p:nvPr/>
          </p:nvSpPr>
          <p:spPr bwMode="auto">
            <a:xfrm>
              <a:off x="6444208" y="260648"/>
              <a:ext cx="2212496" cy="196091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17"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srgbClr val="005A9E"/>
                </a:solidFill>
                <a:effectLst/>
                <a:uLnTx/>
                <a:uFillTx/>
                <a:latin typeface="Calibri"/>
                <a:ea typeface="微软雅黑"/>
                <a:cs typeface="+mn-ea"/>
                <a:sym typeface="+mn-lt"/>
              </a:endParaRPr>
            </a:p>
          </p:txBody>
        </p:sp>
        <p:sp>
          <p:nvSpPr>
            <p:cNvPr id="23" name="Freeform 5"/>
            <p:cNvSpPr/>
            <p:nvPr/>
          </p:nvSpPr>
          <p:spPr bwMode="auto">
            <a:xfrm>
              <a:off x="6672207" y="319587"/>
              <a:ext cx="2212499" cy="196091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217"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srgbClr val="005A9E"/>
                </a:solidFill>
                <a:effectLst/>
                <a:uLnTx/>
                <a:uFillTx/>
                <a:latin typeface="微软雅黑" panose="020B0503020204020204" pitchFamily="34" charset="-122"/>
                <a:ea typeface="微软雅黑"/>
                <a:cs typeface="+mn-ea"/>
                <a:sym typeface="+mn-lt"/>
              </a:endParaRPr>
            </a:p>
          </p:txBody>
        </p:sp>
        <p:sp>
          <p:nvSpPr>
            <p:cNvPr id="24" name="矩形 23"/>
            <p:cNvSpPr>
              <a:spLocks noChangeArrowheads="1"/>
            </p:cNvSpPr>
            <p:nvPr/>
          </p:nvSpPr>
          <p:spPr bwMode="auto">
            <a:xfrm>
              <a:off x="6926338" y="744675"/>
              <a:ext cx="1638756" cy="790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8" tIns="45709" rIns="91418" bIns="45709">
              <a:spAutoFit/>
            </a:bodyPr>
            <a:lstStyle>
              <a:lvl1pPr defTabSz="933450">
                <a:defRPr>
                  <a:solidFill>
                    <a:schemeClr val="tx1"/>
                  </a:solidFill>
                  <a:latin typeface="Arial" panose="020B0604020202020204" pitchFamily="34" charset="0"/>
                  <a:ea typeface="微软雅黑" panose="020B0503020204020204" pitchFamily="34" charset="-122"/>
                </a:defRPr>
              </a:lvl1pPr>
              <a:lvl2pPr marL="742950" indent="-285750" defTabSz="933450">
                <a:defRPr>
                  <a:solidFill>
                    <a:schemeClr val="tx1"/>
                  </a:solidFill>
                  <a:latin typeface="Arial" panose="020B0604020202020204" pitchFamily="34" charset="0"/>
                  <a:ea typeface="微软雅黑" panose="020B0503020204020204" pitchFamily="34" charset="-122"/>
                </a:defRPr>
              </a:lvl2pPr>
              <a:lvl3pPr marL="1143000" indent="-228600" defTabSz="933450">
                <a:defRPr>
                  <a:solidFill>
                    <a:schemeClr val="tx1"/>
                  </a:solidFill>
                  <a:latin typeface="Arial" panose="020B0604020202020204" pitchFamily="34" charset="0"/>
                  <a:ea typeface="微软雅黑" panose="020B0503020204020204" pitchFamily="34" charset="-122"/>
                </a:defRPr>
              </a:lvl3pPr>
              <a:lvl4pPr marL="1600200" indent="-228600" defTabSz="933450">
                <a:defRPr>
                  <a:solidFill>
                    <a:schemeClr val="tx1"/>
                  </a:solidFill>
                  <a:latin typeface="Arial" panose="020B0604020202020204" pitchFamily="34" charset="0"/>
                  <a:ea typeface="微软雅黑" panose="020B0503020204020204" pitchFamily="34" charset="-122"/>
                </a:defRPr>
              </a:lvl4pPr>
              <a:lvl5pPr marL="2057400" indent="-228600" defTabSz="933450">
                <a:defRPr>
                  <a:solidFill>
                    <a:schemeClr val="tx1"/>
                  </a:solidFill>
                  <a:latin typeface="Arial" panose="020B0604020202020204" pitchFamily="34" charset="0"/>
                  <a:ea typeface="微软雅黑" panose="020B0503020204020204" pitchFamily="34" charset="-122"/>
                </a:defRPr>
              </a:lvl5pPr>
              <a:lvl6pPr marL="2514600" indent="-228600" defTabSz="933450" fontAlgn="base">
                <a:spcBef>
                  <a:spcPct val="0"/>
                </a:spcBef>
                <a:spcAft>
                  <a:spcPct val="0"/>
                </a:spcAft>
                <a:defRPr>
                  <a:solidFill>
                    <a:schemeClr val="tx1"/>
                  </a:solidFill>
                  <a:latin typeface="Arial" panose="020B0604020202020204" pitchFamily="34" charset="0"/>
                  <a:ea typeface="微软雅黑" panose="020B0503020204020204" pitchFamily="34" charset="-122"/>
                </a:defRPr>
              </a:lvl6pPr>
              <a:lvl7pPr marL="2971800" indent="-228600" defTabSz="933450" fontAlgn="base">
                <a:spcBef>
                  <a:spcPct val="0"/>
                </a:spcBef>
                <a:spcAft>
                  <a:spcPct val="0"/>
                </a:spcAft>
                <a:defRPr>
                  <a:solidFill>
                    <a:schemeClr val="tx1"/>
                  </a:solidFill>
                  <a:latin typeface="Arial" panose="020B0604020202020204" pitchFamily="34" charset="0"/>
                  <a:ea typeface="微软雅黑" panose="020B0503020204020204" pitchFamily="34" charset="-122"/>
                </a:defRPr>
              </a:lvl7pPr>
              <a:lvl8pPr marL="3429000" indent="-228600" defTabSz="933450" fontAlgn="base">
                <a:spcBef>
                  <a:spcPct val="0"/>
                </a:spcBef>
                <a:spcAft>
                  <a:spcPct val="0"/>
                </a:spcAft>
                <a:defRPr>
                  <a:solidFill>
                    <a:schemeClr val="tx1"/>
                  </a:solidFill>
                  <a:latin typeface="Arial" panose="020B0604020202020204" pitchFamily="34" charset="0"/>
                  <a:ea typeface="微软雅黑" panose="020B0503020204020204" pitchFamily="34" charset="-122"/>
                </a:defRPr>
              </a:lvl8pPr>
              <a:lvl9pPr marL="3886200" indent="-228600" defTabSz="933450" fontAlgn="base">
                <a:spcBef>
                  <a:spcPct val="0"/>
                </a:spcBef>
                <a:spcAft>
                  <a:spcPct val="0"/>
                </a:spcAft>
                <a:defRPr>
                  <a:solidFill>
                    <a:schemeClr val="tx1"/>
                  </a:solidFill>
                  <a:latin typeface="Arial" panose="020B0604020202020204" pitchFamily="34" charset="0"/>
                  <a:ea typeface="微软雅黑" panose="020B0503020204020204" pitchFamily="34" charset="-122"/>
                </a:defRPr>
              </a:lvl9pPr>
            </a:lstStyle>
            <a:p>
              <a:pPr marL="0" marR="0" lvl="0" indent="0" algn="ctr" defTabSz="933263" rtl="0" eaLnBrk="1" fontAlgn="auto" latinLnBrk="0" hangingPunct="1">
                <a:lnSpc>
                  <a:spcPct val="100000"/>
                </a:lnSpc>
                <a:spcBef>
                  <a:spcPts val="0"/>
                </a:spcBef>
                <a:spcAft>
                  <a:spcPts val="0"/>
                </a:spcAft>
                <a:buClrTx/>
                <a:buSzTx/>
                <a:buFontTx/>
                <a:buNone/>
                <a:tabLst/>
                <a:defRPr/>
              </a:pPr>
              <a:r>
                <a:rPr kumimoji="0" lang="zh-CN" altLang="en-US" sz="3599" b="1" i="0" u="none" strike="noStrike" kern="1200" cap="none" spc="0" normalizeH="0" baseline="0" noProof="0" dirty="0">
                  <a:ln>
                    <a:noFill/>
                  </a:ln>
                  <a:solidFill>
                    <a:srgbClr val="C00000"/>
                  </a:solidFill>
                  <a:effectLst/>
                  <a:uLnTx/>
                  <a:uFillTx/>
                  <a:latin typeface="方正粗宋简体" panose="03000509000000000000" pitchFamily="65" charset="-122"/>
                  <a:ea typeface="方正粗宋简体" panose="03000509000000000000" pitchFamily="65" charset="-122"/>
                  <a:cs typeface="+mn-cs"/>
                  <a:sym typeface="+mn-lt"/>
                </a:rPr>
                <a:t>内 容</a:t>
              </a:r>
            </a:p>
          </p:txBody>
        </p:sp>
        <p:sp>
          <p:nvSpPr>
            <p:cNvPr id="25" name="Rectangle 4"/>
            <p:cNvSpPr txBox="1">
              <a:spLocks noChangeArrowheads="1"/>
            </p:cNvSpPr>
            <p:nvPr/>
          </p:nvSpPr>
          <p:spPr bwMode="auto">
            <a:xfrm>
              <a:off x="7005690" y="1497582"/>
              <a:ext cx="1480053" cy="3809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54" tIns="34277" rIns="68554" bIns="34277" anchor="ctr"/>
            <a:lstStyle>
              <a:lvl1pPr>
                <a:defRPr>
                  <a:solidFill>
                    <a:schemeClr val="tx1"/>
                  </a:solidFill>
                  <a:latin typeface="Arial" panose="020B0604020202020204" pitchFamily="34" charset="0"/>
                  <a:ea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Arial" panose="020B0604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Arial" panose="020B0604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Arial" panose="020B0604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Arial" panose="020B0604020202020204" pitchFamily="34" charset="0"/>
                  <a:ea typeface="微软雅黑" panose="020B0503020204020204" pitchFamily="34" charset="-122"/>
                </a:defRPr>
              </a:lvl9pPr>
            </a:lstStyle>
            <a:p>
              <a:pPr marL="0" marR="0" lvl="0" indent="0" algn="ctr" defTabSz="914217"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mn-lt"/>
                </a:rPr>
                <a:t>CONTENTS</a:t>
              </a:r>
              <a:endParaRPr kumimoji="0" lang="zh-CN" altLang="en-US" sz="1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sym typeface="+mn-lt"/>
              </a:endParaRPr>
            </a:p>
          </p:txBody>
        </p:sp>
      </p:grpSp>
      <p:sp>
        <p:nvSpPr>
          <p:cNvPr id="51" name="矩形 45">
            <a:extLst>
              <a:ext uri="{FF2B5EF4-FFF2-40B4-BE49-F238E27FC236}">
                <a16:creationId xmlns:a16="http://schemas.microsoft.com/office/drawing/2014/main" id="{C775D4D4-0C49-42E5-B836-3210DB61DD2D}"/>
              </a:ext>
            </a:extLst>
          </p:cNvPr>
          <p:cNvSpPr/>
          <p:nvPr userDrawn="1"/>
        </p:nvSpPr>
        <p:spPr>
          <a:xfrm>
            <a:off x="19437" y="-8370"/>
            <a:ext cx="6106696" cy="6866370"/>
          </a:xfrm>
          <a:custGeom>
            <a:avLst/>
            <a:gdLst>
              <a:gd name="connsiteX0" fmla="*/ 0 w 5684440"/>
              <a:gd name="connsiteY0" fmla="*/ 0 h 6866370"/>
              <a:gd name="connsiteX1" fmla="*/ 5684440 w 5684440"/>
              <a:gd name="connsiteY1" fmla="*/ 0 h 6866370"/>
              <a:gd name="connsiteX2" fmla="*/ 5684440 w 5684440"/>
              <a:gd name="connsiteY2" fmla="*/ 6866370 h 6866370"/>
              <a:gd name="connsiteX3" fmla="*/ 0 w 5684440"/>
              <a:gd name="connsiteY3" fmla="*/ 6866370 h 6866370"/>
              <a:gd name="connsiteX4" fmla="*/ 0 w 5684440"/>
              <a:gd name="connsiteY4" fmla="*/ 0 h 6866370"/>
              <a:gd name="connsiteX0" fmla="*/ 0 w 6962906"/>
              <a:gd name="connsiteY0" fmla="*/ 25400 h 6891770"/>
              <a:gd name="connsiteX1" fmla="*/ 6962906 w 6962906"/>
              <a:gd name="connsiteY1" fmla="*/ 0 h 6891770"/>
              <a:gd name="connsiteX2" fmla="*/ 5684440 w 6962906"/>
              <a:gd name="connsiteY2" fmla="*/ 6891770 h 6891770"/>
              <a:gd name="connsiteX3" fmla="*/ 0 w 6962906"/>
              <a:gd name="connsiteY3" fmla="*/ 6891770 h 6891770"/>
              <a:gd name="connsiteX4" fmla="*/ 0 w 6962906"/>
              <a:gd name="connsiteY4" fmla="*/ 25400 h 6891770"/>
              <a:gd name="connsiteX0" fmla="*/ 0 w 6962906"/>
              <a:gd name="connsiteY0" fmla="*/ 25400 h 6891770"/>
              <a:gd name="connsiteX1" fmla="*/ 6962906 w 6962906"/>
              <a:gd name="connsiteY1" fmla="*/ 0 h 6891770"/>
              <a:gd name="connsiteX2" fmla="*/ 3982640 w 6962906"/>
              <a:gd name="connsiteY2" fmla="*/ 6883304 h 6891770"/>
              <a:gd name="connsiteX3" fmla="*/ 0 w 6962906"/>
              <a:gd name="connsiteY3" fmla="*/ 6891770 h 6891770"/>
              <a:gd name="connsiteX4" fmla="*/ 0 w 6962906"/>
              <a:gd name="connsiteY4" fmla="*/ 25400 h 6891770"/>
              <a:gd name="connsiteX0" fmla="*/ 0 w 6962906"/>
              <a:gd name="connsiteY0" fmla="*/ 25400 h 6891770"/>
              <a:gd name="connsiteX1" fmla="*/ 6962906 w 6962906"/>
              <a:gd name="connsiteY1" fmla="*/ 0 h 6891770"/>
              <a:gd name="connsiteX2" fmla="*/ 4273585 w 6962906"/>
              <a:gd name="connsiteY2" fmla="*/ 6883304 h 6891770"/>
              <a:gd name="connsiteX3" fmla="*/ 0 w 6962906"/>
              <a:gd name="connsiteY3" fmla="*/ 6891770 h 6891770"/>
              <a:gd name="connsiteX4" fmla="*/ 0 w 6962906"/>
              <a:gd name="connsiteY4" fmla="*/ 25400 h 6891770"/>
              <a:gd name="connsiteX0" fmla="*/ 0 w 6106696"/>
              <a:gd name="connsiteY0" fmla="*/ 0 h 6866370"/>
              <a:gd name="connsiteX1" fmla="*/ 6106696 w 6106696"/>
              <a:gd name="connsiteY1" fmla="*/ 7851 h 6866370"/>
              <a:gd name="connsiteX2" fmla="*/ 4273585 w 6106696"/>
              <a:gd name="connsiteY2" fmla="*/ 6857904 h 6866370"/>
              <a:gd name="connsiteX3" fmla="*/ 0 w 6106696"/>
              <a:gd name="connsiteY3" fmla="*/ 6866370 h 6866370"/>
              <a:gd name="connsiteX4" fmla="*/ 0 w 6106696"/>
              <a:gd name="connsiteY4" fmla="*/ 0 h 6866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06696" h="6866370">
                <a:moveTo>
                  <a:pt x="0" y="0"/>
                </a:moveTo>
                <a:lnTo>
                  <a:pt x="6106696" y="7851"/>
                </a:lnTo>
                <a:lnTo>
                  <a:pt x="4273585" y="6857904"/>
                </a:lnTo>
                <a:lnTo>
                  <a:pt x="0" y="6866370"/>
                </a:lnTo>
                <a:lnTo>
                  <a:pt x="0" y="0"/>
                </a:lnTo>
                <a:close/>
              </a:path>
            </a:pathLst>
          </a:custGeom>
          <a:gradFill flip="none" rotWithShape="1">
            <a:gsLst>
              <a:gs pos="0">
                <a:srgbClr val="164086">
                  <a:alpha val="80000"/>
                </a:srgbClr>
              </a:gs>
              <a:gs pos="100000">
                <a:srgbClr val="164086">
                  <a:alpha val="15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1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latin typeface="Calibri"/>
              <a:ea typeface="微软雅黑"/>
              <a:cs typeface="+mn-cs"/>
            </a:endParaRPr>
          </a:p>
        </p:txBody>
      </p:sp>
    </p:spTree>
    <p:extLst>
      <p:ext uri="{BB962C8B-B14F-4D97-AF65-F5344CB8AC3E}">
        <p14:creationId xmlns:p14="http://schemas.microsoft.com/office/powerpoint/2010/main" val="6284235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17FE596-35CF-4558-A980-483C7A980144}" type="datetimeFigureOut">
              <a:rPr lang="zh-CN" altLang="en-US" smtClean="0"/>
              <a:t>2023/11/20</a:t>
            </a:fld>
            <a:endParaRPr lang="zh-CN" altLang="en-US"/>
          </a:p>
        </p:txBody>
      </p:sp>
      <p:sp>
        <p:nvSpPr>
          <p:cNvPr id="5" name="Footer Placeholder 4"/>
          <p:cNvSpPr>
            <a:spLocks noGrp="1"/>
          </p:cNvSpPr>
          <p:nvPr>
            <p:ph type="ftr" sz="quarter" idx="11"/>
          </p:nvPr>
        </p:nvSpPr>
        <p:spPr/>
        <p:txBody>
          <a:bodyPr/>
          <a:lstStyle/>
          <a:p>
            <a:endParaRPr lang="zh-CN" altLang="en-US" dirty="0"/>
          </a:p>
        </p:txBody>
      </p:sp>
      <p:sp>
        <p:nvSpPr>
          <p:cNvPr id="6" name="Slide Number Placeholder 5"/>
          <p:cNvSpPr>
            <a:spLocks noGrp="1"/>
          </p:cNvSpPr>
          <p:nvPr>
            <p:ph type="sldNum" sz="quarter" idx="12"/>
          </p:nvPr>
        </p:nvSpPr>
        <p:spPr/>
        <p:txBody>
          <a:bodyPr/>
          <a:lstStyle/>
          <a:p>
            <a:fld id="{54E1FEC4-1FA1-480B-A396-F3B074CB2BD4}" type="slidenum">
              <a:rPr lang="zh-CN" altLang="en-US" smtClean="0"/>
              <a:t>‹#›</a:t>
            </a:fld>
            <a:endParaRPr lang="zh-CN" altLang="en-US"/>
          </a:p>
        </p:txBody>
      </p:sp>
      <p:grpSp>
        <p:nvGrpSpPr>
          <p:cNvPr id="7" name="组合 6">
            <a:extLst>
              <a:ext uri="{FF2B5EF4-FFF2-40B4-BE49-F238E27FC236}">
                <a16:creationId xmlns:a16="http://schemas.microsoft.com/office/drawing/2014/main" id="{4DE2EB2E-52A7-4EA9-A125-F8AD42337C76}"/>
              </a:ext>
            </a:extLst>
          </p:cNvPr>
          <p:cNvGrpSpPr/>
          <p:nvPr userDrawn="1"/>
        </p:nvGrpSpPr>
        <p:grpSpPr>
          <a:xfrm>
            <a:off x="0" y="-41988"/>
            <a:ext cx="9144000" cy="746449"/>
            <a:chOff x="0" y="-41988"/>
            <a:chExt cx="9139836" cy="746449"/>
          </a:xfrm>
        </p:grpSpPr>
        <p:grpSp>
          <p:nvGrpSpPr>
            <p:cNvPr id="8" name="组合 7">
              <a:extLst>
                <a:ext uri="{FF2B5EF4-FFF2-40B4-BE49-F238E27FC236}">
                  <a16:creationId xmlns:a16="http://schemas.microsoft.com/office/drawing/2014/main" id="{C0B2B738-AC10-4241-AC1E-D4AA39AA80C9}"/>
                </a:ext>
              </a:extLst>
            </p:cNvPr>
            <p:cNvGrpSpPr/>
            <p:nvPr userDrawn="1"/>
          </p:nvGrpSpPr>
          <p:grpSpPr>
            <a:xfrm>
              <a:off x="0" y="0"/>
              <a:ext cx="9139836" cy="681134"/>
              <a:chOff x="4164" y="0"/>
              <a:chExt cx="9139836" cy="681134"/>
            </a:xfrm>
          </p:grpSpPr>
          <p:pic>
            <p:nvPicPr>
              <p:cNvPr id="10" name="图片 9">
                <a:extLst>
                  <a:ext uri="{FF2B5EF4-FFF2-40B4-BE49-F238E27FC236}">
                    <a16:creationId xmlns:a16="http://schemas.microsoft.com/office/drawing/2014/main" id="{50D81F6F-1D64-4362-A548-005ED5295A4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4752" b="76328"/>
              <a:stretch/>
            </p:blipFill>
            <p:spPr>
              <a:xfrm>
                <a:off x="1942791" y="0"/>
                <a:ext cx="7201209" cy="681134"/>
              </a:xfrm>
              <a:prstGeom prst="rect">
                <a:avLst/>
              </a:prstGeom>
            </p:spPr>
          </p:pic>
          <p:sp>
            <p:nvSpPr>
              <p:cNvPr id="11" name="矩形: 圆角 6">
                <a:extLst>
                  <a:ext uri="{FF2B5EF4-FFF2-40B4-BE49-F238E27FC236}">
                    <a16:creationId xmlns:a16="http://schemas.microsoft.com/office/drawing/2014/main" id="{E0835100-8438-4487-82E0-EDDAEDB93862}"/>
                  </a:ext>
                </a:extLst>
              </p:cNvPr>
              <p:cNvSpPr/>
              <p:nvPr userDrawn="1"/>
            </p:nvSpPr>
            <p:spPr>
              <a:xfrm>
                <a:off x="4164" y="0"/>
                <a:ext cx="9139835" cy="681134"/>
              </a:xfrm>
              <a:prstGeom prst="rect">
                <a:avLst/>
              </a:prstGeom>
              <a:gradFill>
                <a:gsLst>
                  <a:gs pos="23000">
                    <a:srgbClr val="050A2D"/>
                  </a:gs>
                  <a:gs pos="0">
                    <a:srgbClr val="030424"/>
                  </a:gs>
                  <a:gs pos="100000">
                    <a:srgbClr val="164086">
                      <a:alpha val="1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17"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srgbClr val="098CD5"/>
                    </a:solidFill>
                    <a:effectLst/>
                    <a:uLnTx/>
                    <a:uFillTx/>
                    <a:latin typeface="Calibri"/>
                    <a:ea typeface="微软雅黑"/>
                    <a:cs typeface="+mn-cs"/>
                  </a:rPr>
                  <a:t> </a:t>
                </a:r>
                <a:endParaRPr kumimoji="0" lang="zh-CN" altLang="en-US" sz="2400" b="0" i="0" u="none" strike="noStrike" kern="1200" cap="none" spc="0" normalizeH="0" baseline="0" noProof="0" dirty="0">
                  <a:ln>
                    <a:noFill/>
                  </a:ln>
                  <a:solidFill>
                    <a:srgbClr val="098CD5"/>
                  </a:solidFill>
                  <a:effectLst/>
                  <a:uLnTx/>
                  <a:uFillTx/>
                  <a:latin typeface="Calibri"/>
                  <a:ea typeface="微软雅黑"/>
                  <a:cs typeface="+mn-cs"/>
                </a:endParaRPr>
              </a:p>
            </p:txBody>
          </p:sp>
        </p:grpSp>
        <p:pic>
          <p:nvPicPr>
            <p:cNvPr id="9" name="图片 8">
              <a:extLst>
                <a:ext uri="{FF2B5EF4-FFF2-40B4-BE49-F238E27FC236}">
                  <a16:creationId xmlns:a16="http://schemas.microsoft.com/office/drawing/2014/main" id="{B32F8DEC-7571-4BD5-863E-7B880DF926BD}"/>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309" y="-41988"/>
              <a:ext cx="720410" cy="746449"/>
            </a:xfrm>
            <a:prstGeom prst="rect">
              <a:avLst/>
            </a:prstGeom>
          </p:spPr>
        </p:pic>
      </p:grpSp>
      <p:sp>
        <p:nvSpPr>
          <p:cNvPr id="2" name="Title 1"/>
          <p:cNvSpPr>
            <a:spLocks noGrp="1"/>
          </p:cNvSpPr>
          <p:nvPr>
            <p:ph type="title"/>
          </p:nvPr>
        </p:nvSpPr>
        <p:spPr>
          <a:xfrm>
            <a:off x="851028" y="43539"/>
            <a:ext cx="7886700" cy="570367"/>
          </a:xfrm>
        </p:spPr>
        <p:txBody>
          <a:bodyPr/>
          <a:lstStyle>
            <a:lvl1pPr algn="ctr">
              <a:defRPr b="1" i="0" spc="300" baseline="0">
                <a:solidFill>
                  <a:schemeClr val="bg1"/>
                </a:solidFill>
                <a:latin typeface="方正粗黑宋简体" panose="02000000000000000000" pitchFamily="2" charset="-122"/>
                <a:ea typeface="方正粗黑宋简体" panose="02000000000000000000" pitchFamily="2" charset="-122"/>
              </a:defRPr>
            </a:lvl1pPr>
          </a:lstStyle>
          <a:p>
            <a:r>
              <a:rPr lang="zh-CN" altLang="en-US" dirty="0"/>
              <a:t>单击此处编辑母版标题样式</a:t>
            </a:r>
            <a:endParaRPr lang="en-US" dirty="0"/>
          </a:p>
        </p:txBody>
      </p:sp>
      <p:sp>
        <p:nvSpPr>
          <p:cNvPr id="13" name="内容占位符 12">
            <a:extLst>
              <a:ext uri="{FF2B5EF4-FFF2-40B4-BE49-F238E27FC236}">
                <a16:creationId xmlns:a16="http://schemas.microsoft.com/office/drawing/2014/main" id="{B37B92F1-0919-438C-A34D-A0CC12B100A2}"/>
              </a:ext>
            </a:extLst>
          </p:cNvPr>
          <p:cNvSpPr>
            <a:spLocks noGrp="1"/>
          </p:cNvSpPr>
          <p:nvPr>
            <p:ph sz="quarter" idx="13"/>
          </p:nvPr>
        </p:nvSpPr>
        <p:spPr>
          <a:xfrm>
            <a:off x="138113" y="798513"/>
            <a:ext cx="8875712" cy="5467350"/>
          </a:xfrm>
        </p:spPr>
        <p:txBody>
          <a:bodyPr>
            <a:normAutofit/>
          </a:bodyPr>
          <a:lstStyle>
            <a:lvl1pPr marL="0" indent="0">
              <a:lnSpc>
                <a:spcPct val="120000"/>
              </a:lnSpc>
              <a:buNone/>
              <a:defRPr sz="3200" b="1" i="0" spc="300" baseline="0">
                <a:solidFill>
                  <a:schemeClr val="tx1"/>
                </a:solidFill>
                <a:latin typeface="方正粗黑宋简体" panose="02000000000000000000" pitchFamily="2" charset="-122"/>
                <a:ea typeface="方正粗黑宋简体" panose="02000000000000000000" pitchFamily="2" charset="-122"/>
              </a:defRPr>
            </a:lvl1pPr>
            <a:lvl2pPr marL="342900" indent="0">
              <a:lnSpc>
                <a:spcPct val="120000"/>
              </a:lnSpc>
              <a:buNone/>
              <a:defRPr sz="2800" b="0" i="0" spc="100" baseline="0">
                <a:solidFill>
                  <a:schemeClr val="tx1"/>
                </a:solidFill>
                <a:latin typeface="方正屏显雅宋简体" panose="02010600010101010101" pitchFamily="2" charset="-122"/>
                <a:ea typeface="方正屏显雅宋简体" panose="02010600010101010101" pitchFamily="2" charset="-122"/>
              </a:defRPr>
            </a:lvl2pPr>
            <a:lvl3pPr marL="685800" indent="0">
              <a:lnSpc>
                <a:spcPct val="120000"/>
              </a:lnSpc>
              <a:buNone/>
              <a:defRPr sz="2400" b="0" i="0" spc="100" baseline="0">
                <a:solidFill>
                  <a:schemeClr val="tx1"/>
                </a:solidFill>
                <a:latin typeface="方正屏显雅宋简体" panose="02010600010101010101" pitchFamily="2" charset="-122"/>
                <a:ea typeface="方正屏显雅宋简体" panose="02010600010101010101" pitchFamily="2" charset="-122"/>
              </a:defRPr>
            </a:lvl3pPr>
            <a:lvl4pPr marL="1028700" indent="0">
              <a:lnSpc>
                <a:spcPct val="120000"/>
              </a:lnSpc>
              <a:buNone/>
              <a:defRPr sz="2000" b="0" i="0" spc="100" baseline="0">
                <a:solidFill>
                  <a:schemeClr val="tx1"/>
                </a:solidFill>
                <a:latin typeface="方正屏显雅宋简体" panose="02010600010101010101" pitchFamily="2" charset="-122"/>
                <a:ea typeface="方正屏显雅宋简体" panose="02010600010101010101" pitchFamily="2" charset="-122"/>
              </a:defRPr>
            </a:lvl4pPr>
            <a:lvl5pPr marL="1371600" indent="0">
              <a:lnSpc>
                <a:spcPct val="120000"/>
              </a:lnSpc>
              <a:buNone/>
              <a:defRPr sz="2000" b="0" i="0" spc="100" baseline="0">
                <a:solidFill>
                  <a:schemeClr val="tx1"/>
                </a:solidFill>
                <a:latin typeface="方正屏显雅宋简体" panose="02010600010101010101" pitchFamily="2" charset="-122"/>
                <a:ea typeface="方正屏显雅宋简体" panose="02010600010101010101" pitchFamily="2"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Tree>
    <p:extLst>
      <p:ext uri="{BB962C8B-B14F-4D97-AF65-F5344CB8AC3E}">
        <p14:creationId xmlns:p14="http://schemas.microsoft.com/office/powerpoint/2010/main" val="34699121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23888" y="1712423"/>
            <a:ext cx="7886700" cy="2851208"/>
          </a:xfrm>
        </p:spPr>
        <p:txBody>
          <a:bodyPr anchor="b">
            <a:normAutofit/>
          </a:bodyPr>
          <a:lstStyle>
            <a:lvl1pPr>
              <a:defRPr sz="4500" b="1" i="0" baseline="0">
                <a:solidFill>
                  <a:srgbClr val="002060"/>
                </a:solidFill>
                <a:latin typeface="Cambria" panose="02040503050406030204" pitchFamily="18" charset="0"/>
                <a:ea typeface="方正屏显雅宋简体" panose="02010600010101010101" pitchFamily="2" charset="-122"/>
              </a:defRPr>
            </a:lvl1pPr>
          </a:lstStyle>
          <a:p>
            <a:r>
              <a:rPr lang="zh-CN" altLang="en-US" dirty="0"/>
              <a:t>谢谢</a:t>
            </a:r>
            <a:endParaRPr lang="en-US" dirty="0"/>
          </a:p>
        </p:txBody>
      </p:sp>
      <p:sp>
        <p:nvSpPr>
          <p:cNvPr id="3" name="Text Placeholder 2"/>
          <p:cNvSpPr>
            <a:spLocks noGrp="1"/>
          </p:cNvSpPr>
          <p:nvPr>
            <p:ph type="body" idx="1"/>
          </p:nvPr>
        </p:nvSpPr>
        <p:spPr>
          <a:xfrm>
            <a:off x="623888" y="4552634"/>
            <a:ext cx="7886700" cy="1500187"/>
          </a:xfrm>
        </p:spPr>
        <p:txBody>
          <a:bodyPr anchor="t">
            <a:normAutofit/>
          </a:bodyPr>
          <a:lstStyle>
            <a:lvl1pPr marL="0" indent="0">
              <a:buNone/>
              <a:defRPr sz="1800" baseline="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zh-CN" altLang="en-US" dirty="0"/>
              <a:t>编辑母版文本样式</a:t>
            </a:r>
          </a:p>
        </p:txBody>
      </p:sp>
      <p:sp>
        <p:nvSpPr>
          <p:cNvPr id="4" name="Date Placeholder 3"/>
          <p:cNvSpPr>
            <a:spLocks noGrp="1"/>
          </p:cNvSpPr>
          <p:nvPr>
            <p:ph type="dt" sz="half" idx="10"/>
          </p:nvPr>
        </p:nvSpPr>
        <p:spPr/>
        <p:txBody>
          <a:bodyPr/>
          <a:lstStyle/>
          <a:p>
            <a:fld id="{F17FE596-35CF-4558-A980-483C7A980144}" type="datetimeFigureOut">
              <a:rPr lang="zh-CN" altLang="en-US" smtClean="0"/>
              <a:t>2023/11/20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4E1FEC4-1FA1-480B-A396-F3B074CB2BD4}" type="slidenum">
              <a:rPr lang="zh-CN" altLang="en-US" smtClean="0"/>
              <a:t>‹#›</a:t>
            </a:fld>
            <a:endParaRPr lang="zh-CN" altLang="en-US"/>
          </a:p>
        </p:txBody>
      </p:sp>
    </p:spTree>
    <p:extLst>
      <p:ext uri="{BB962C8B-B14F-4D97-AF65-F5344CB8AC3E}">
        <p14:creationId xmlns:p14="http://schemas.microsoft.com/office/powerpoint/2010/main" val="18988034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方正屏显雅宋简体" panose="02010600010101010101" pitchFamily="2" charset="-122"/>
                <a:ea typeface="方正屏显雅宋简体" panose="02010600010101010101" pitchFamily="2" charset="-122"/>
              </a:defRPr>
            </a:lvl1pPr>
          </a:lstStyle>
          <a:p>
            <a:r>
              <a:rPr lang="zh-CN" altLang="en-US" dirty="0"/>
              <a:t>单击此处编辑母版标题样式</a:t>
            </a:r>
            <a:endParaRPr lang="en-US" dirty="0"/>
          </a:p>
        </p:txBody>
      </p:sp>
      <p:sp>
        <p:nvSpPr>
          <p:cNvPr id="3" name="Content Placeholder 2"/>
          <p:cNvSpPr>
            <a:spLocks noGrp="1"/>
          </p:cNvSpPr>
          <p:nvPr>
            <p:ph sz="half" idx="1"/>
          </p:nvPr>
        </p:nvSpPr>
        <p:spPr>
          <a:xfrm>
            <a:off x="633845" y="1828801"/>
            <a:ext cx="3886200" cy="4351337"/>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8801"/>
            <a:ext cx="3886200" cy="4351337"/>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F17FE596-35CF-4558-A980-483C7A980144}" type="datetimeFigureOut">
              <a:rPr lang="zh-CN" altLang="en-US" smtClean="0"/>
              <a:t>2023/11/20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4E1FEC4-1FA1-480B-A396-F3B074CB2BD4}" type="slidenum">
              <a:rPr lang="zh-CN" altLang="en-US" smtClean="0"/>
              <a:t>‹#›</a:t>
            </a:fld>
            <a:endParaRPr lang="zh-CN" altLang="en-US"/>
          </a:p>
        </p:txBody>
      </p:sp>
    </p:spTree>
    <p:extLst>
      <p:ext uri="{BB962C8B-B14F-4D97-AF65-F5344CB8AC3E}">
        <p14:creationId xmlns:p14="http://schemas.microsoft.com/office/powerpoint/2010/main" val="28562290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33845" y="1681851"/>
            <a:ext cx="3867150" cy="825699"/>
          </a:xfrm>
        </p:spPr>
        <p:txBody>
          <a:bodyPr anchor="b">
            <a:normAutofit/>
          </a:bodyPr>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4" name="Content Placeholder 3"/>
          <p:cNvSpPr>
            <a:spLocks noGrp="1"/>
          </p:cNvSpPr>
          <p:nvPr>
            <p:ph sz="half" idx="2"/>
          </p:nvPr>
        </p:nvSpPr>
        <p:spPr>
          <a:xfrm>
            <a:off x="633845" y="2507551"/>
            <a:ext cx="3867150" cy="36805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851"/>
            <a:ext cx="3886201" cy="825698"/>
          </a:xfrm>
        </p:spPr>
        <p:txBody>
          <a:bodyPr anchor="b"/>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6" name="Content Placeholder 5"/>
          <p:cNvSpPr>
            <a:spLocks noGrp="1"/>
          </p:cNvSpPr>
          <p:nvPr>
            <p:ph sz="quarter" idx="4"/>
          </p:nvPr>
        </p:nvSpPr>
        <p:spPr>
          <a:xfrm>
            <a:off x="4629150" y="2507551"/>
            <a:ext cx="3886201" cy="36805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Date Placeholder 6"/>
          <p:cNvSpPr>
            <a:spLocks noGrp="1"/>
          </p:cNvSpPr>
          <p:nvPr>
            <p:ph type="dt" sz="half" idx="10"/>
          </p:nvPr>
        </p:nvSpPr>
        <p:spPr/>
        <p:txBody>
          <a:bodyPr/>
          <a:lstStyle/>
          <a:p>
            <a:fld id="{F17FE596-35CF-4558-A980-483C7A980144}" type="datetimeFigureOut">
              <a:rPr lang="zh-CN" altLang="en-US" smtClean="0"/>
              <a:t>2023/11/20</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54E1FEC4-1FA1-480B-A396-F3B074CB2BD4}" type="slidenum">
              <a:rPr lang="zh-CN" altLang="en-US" smtClean="0"/>
              <a:t>‹#›</a:t>
            </a:fld>
            <a:endParaRPr lang="zh-CN" altLang="en-US"/>
          </a:p>
        </p:txBody>
      </p:sp>
      <p:sp>
        <p:nvSpPr>
          <p:cNvPr id="10" name="Title 9"/>
          <p:cNvSpPr>
            <a:spLocks noGrp="1"/>
          </p:cNvSpPr>
          <p:nvPr>
            <p:ph type="title"/>
          </p:nvPr>
        </p:nvSpPr>
        <p:spPr/>
        <p:txBody>
          <a:bodyPr/>
          <a:lstStyle>
            <a:lvl1pPr>
              <a:defRPr>
                <a:solidFill>
                  <a:schemeClr val="accent5">
                    <a:lumMod val="75000"/>
                  </a:schemeClr>
                </a:solidFill>
              </a:defRPr>
            </a:lvl1pPr>
          </a:lstStyle>
          <a:p>
            <a:r>
              <a:rPr lang="zh-CN" altLang="en-US" dirty="0"/>
              <a:t>单击此处编辑母版标题样式</a:t>
            </a:r>
            <a:endParaRPr lang="en-US" dirty="0"/>
          </a:p>
        </p:txBody>
      </p:sp>
    </p:spTree>
    <p:extLst>
      <p:ext uri="{BB962C8B-B14F-4D97-AF65-F5344CB8AC3E}">
        <p14:creationId xmlns:p14="http://schemas.microsoft.com/office/powerpoint/2010/main" val="4196019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F17FE596-35CF-4558-A980-483C7A980144}" type="datetimeFigureOut">
              <a:rPr lang="zh-CN" altLang="en-US" smtClean="0"/>
              <a:t>2023/11/20</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54E1FEC4-1FA1-480B-A396-F3B074CB2BD4}" type="slidenum">
              <a:rPr lang="zh-CN" altLang="en-US" smtClean="0"/>
              <a:t>‹#›</a:t>
            </a:fld>
            <a:endParaRPr lang="zh-CN" altLang="en-US"/>
          </a:p>
        </p:txBody>
      </p:sp>
      <p:sp>
        <p:nvSpPr>
          <p:cNvPr id="6" name="Title 5"/>
          <p:cNvSpPr>
            <a:spLocks noGrp="1"/>
          </p:cNvSpPr>
          <p:nvPr>
            <p:ph type="title"/>
          </p:nvPr>
        </p:nvSpPr>
        <p:spPr/>
        <p:txBody>
          <a:bodyPr/>
          <a:lstStyle>
            <a:lvl1pPr>
              <a:defRPr>
                <a:latin typeface="方正屏显雅宋简体" panose="02010600010101010101" pitchFamily="2" charset="-122"/>
                <a:ea typeface="方正屏显雅宋简体" panose="02010600010101010101" pitchFamily="2" charset="-122"/>
              </a:defRPr>
            </a:lvl1pPr>
          </a:lstStyle>
          <a:p>
            <a:r>
              <a:rPr lang="zh-CN" altLang="en-US" dirty="0"/>
              <a:t>单击此处编辑母版标题样式</a:t>
            </a:r>
            <a:endParaRPr lang="en-US" dirty="0"/>
          </a:p>
        </p:txBody>
      </p:sp>
    </p:spTree>
    <p:extLst>
      <p:ext uri="{BB962C8B-B14F-4D97-AF65-F5344CB8AC3E}">
        <p14:creationId xmlns:p14="http://schemas.microsoft.com/office/powerpoint/2010/main" val="35238822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17FE596-35CF-4558-A980-483C7A980144}" type="datetimeFigureOut">
              <a:rPr lang="zh-CN" altLang="en-US" smtClean="0"/>
              <a:t>2023/11/20</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54E1FEC4-1FA1-480B-A396-F3B074CB2BD4}" type="slidenum">
              <a:rPr lang="zh-CN" altLang="en-US" smtClean="0"/>
              <a:t>‹#›</a:t>
            </a:fld>
            <a:endParaRPr lang="zh-CN" altLang="en-US"/>
          </a:p>
        </p:txBody>
      </p:sp>
    </p:spTree>
    <p:extLst>
      <p:ext uri="{BB962C8B-B14F-4D97-AF65-F5344CB8AC3E}">
        <p14:creationId xmlns:p14="http://schemas.microsoft.com/office/powerpoint/2010/main" val="19491956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30936" y="457201"/>
            <a:ext cx="2948940" cy="1600197"/>
          </a:xfrm>
        </p:spPr>
        <p:txBody>
          <a:bodyPr anchor="b">
            <a:normAutofit/>
          </a:bodyPr>
          <a:lstStyle>
            <a:lvl1pPr>
              <a:defRPr sz="2400" b="0"/>
            </a:lvl1pPr>
          </a:lstStyle>
          <a:p>
            <a:r>
              <a:rPr lang="zh-CN" altLang="en-US"/>
              <a:t>单击此处编辑母版标题样式</a:t>
            </a:r>
            <a:endParaRPr lang="en-US" dirty="0"/>
          </a:p>
        </p:txBody>
      </p:sp>
      <p:sp>
        <p:nvSpPr>
          <p:cNvPr id="3" name="Content Placeholder 2"/>
          <p:cNvSpPr>
            <a:spLocks noGrp="1"/>
          </p:cNvSpPr>
          <p:nvPr>
            <p:ph idx="1"/>
          </p:nvPr>
        </p:nvSpPr>
        <p:spPr>
          <a:xfrm>
            <a:off x="3886200" y="990600"/>
            <a:ext cx="4629150" cy="487680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30936" y="2057399"/>
            <a:ext cx="2948940" cy="3810001"/>
          </a:xfrm>
        </p:spPr>
        <p:txBody>
          <a:bodyPr>
            <a:normAutofit/>
          </a:bodyPr>
          <a:lstStyle>
            <a:lvl1pPr marL="0" indent="0">
              <a:lnSpc>
                <a:spcPct val="90000"/>
              </a:lnSpc>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编辑母版文本样式</a:t>
            </a:r>
          </a:p>
        </p:txBody>
      </p:sp>
      <p:sp>
        <p:nvSpPr>
          <p:cNvPr id="5" name="Date Placeholder 4"/>
          <p:cNvSpPr>
            <a:spLocks noGrp="1"/>
          </p:cNvSpPr>
          <p:nvPr>
            <p:ph type="dt" sz="half" idx="10"/>
          </p:nvPr>
        </p:nvSpPr>
        <p:spPr/>
        <p:txBody>
          <a:bodyPr/>
          <a:lstStyle/>
          <a:p>
            <a:fld id="{F17FE596-35CF-4558-A980-483C7A980144}" type="datetimeFigureOut">
              <a:rPr lang="zh-CN" altLang="en-US" smtClean="0"/>
              <a:t>2023/11/20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4E1FEC4-1FA1-480B-A396-F3B074CB2BD4}" type="slidenum">
              <a:rPr lang="zh-CN" altLang="en-US" smtClean="0"/>
              <a:t>‹#›</a:t>
            </a:fld>
            <a:endParaRPr lang="zh-CN" altLang="en-US"/>
          </a:p>
        </p:txBody>
      </p:sp>
    </p:spTree>
    <p:extLst>
      <p:ext uri="{BB962C8B-B14F-4D97-AF65-F5344CB8AC3E}">
        <p14:creationId xmlns:p14="http://schemas.microsoft.com/office/powerpoint/2010/main" val="15052614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30936" y="457200"/>
            <a:ext cx="2948940" cy="1600200"/>
          </a:xfrm>
        </p:spPr>
        <p:txBody>
          <a:bodyPr anchor="b">
            <a:normAutofit/>
          </a:bodyPr>
          <a:lstStyle>
            <a:lvl1pPr>
              <a:defRPr sz="2400" b="0"/>
            </a:lvl1pPr>
          </a:lstStyle>
          <a:p>
            <a:r>
              <a:rPr lang="zh-CN" altLang="en-US"/>
              <a:t>单击此处编辑母版标题样式</a:t>
            </a:r>
            <a:endParaRPr lang="en-US" dirty="0"/>
          </a:p>
        </p:txBody>
      </p:sp>
      <p:sp>
        <p:nvSpPr>
          <p:cNvPr id="3" name="Picture Placeholder 2"/>
          <p:cNvSpPr>
            <a:spLocks noGrp="1"/>
          </p:cNvSpPr>
          <p:nvPr>
            <p:ph type="pic" idx="1"/>
          </p:nvPr>
        </p:nvSpPr>
        <p:spPr>
          <a:xfrm>
            <a:off x="3886200" y="990600"/>
            <a:ext cx="4629150" cy="4876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en-US" dirty="0"/>
          </a:p>
        </p:txBody>
      </p:sp>
      <p:sp>
        <p:nvSpPr>
          <p:cNvPr id="4" name="Text Placeholder 3"/>
          <p:cNvSpPr>
            <a:spLocks noGrp="1"/>
          </p:cNvSpPr>
          <p:nvPr>
            <p:ph type="body" sz="half" idx="2"/>
          </p:nvPr>
        </p:nvSpPr>
        <p:spPr>
          <a:xfrm>
            <a:off x="630936" y="2057400"/>
            <a:ext cx="2948940" cy="3810000"/>
          </a:xfrm>
        </p:spPr>
        <p:txBody>
          <a:bodyPr>
            <a:normAutofit/>
          </a:bodyPr>
          <a:lstStyle>
            <a:lvl1pPr marL="0" indent="0">
              <a:lnSpc>
                <a:spcPct val="90000"/>
              </a:lnSpc>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编辑母版文本样式</a:t>
            </a:r>
          </a:p>
        </p:txBody>
      </p:sp>
      <p:sp>
        <p:nvSpPr>
          <p:cNvPr id="5" name="Date Placeholder 4"/>
          <p:cNvSpPr>
            <a:spLocks noGrp="1"/>
          </p:cNvSpPr>
          <p:nvPr>
            <p:ph type="dt" sz="half" idx="10"/>
          </p:nvPr>
        </p:nvSpPr>
        <p:spPr/>
        <p:txBody>
          <a:bodyPr/>
          <a:lstStyle/>
          <a:p>
            <a:fld id="{F17FE596-35CF-4558-A980-483C7A980144}" type="datetimeFigureOut">
              <a:rPr lang="zh-CN" altLang="en-US" smtClean="0"/>
              <a:t>2023/11/20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4E1FEC4-1FA1-480B-A396-F3B074CB2BD4}" type="slidenum">
              <a:rPr lang="zh-CN" altLang="en-US" smtClean="0"/>
              <a:t>‹#›</a:t>
            </a:fld>
            <a:endParaRPr lang="zh-CN" altLang="en-US"/>
          </a:p>
        </p:txBody>
      </p:sp>
    </p:spTree>
    <p:extLst>
      <p:ext uri="{BB962C8B-B14F-4D97-AF65-F5344CB8AC3E}">
        <p14:creationId xmlns:p14="http://schemas.microsoft.com/office/powerpoint/2010/main" val="11650939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F17FE596-35CF-4558-A980-483C7A980144}" type="datetimeFigureOut">
              <a:rPr lang="zh-CN" altLang="en-US" smtClean="0"/>
              <a:t>2023/11/20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4E1FEC4-1FA1-480B-A396-F3B074CB2BD4}" type="slidenum">
              <a:rPr lang="zh-CN" altLang="en-US" smtClean="0"/>
              <a:t>‹#›</a:t>
            </a:fld>
            <a:endParaRPr lang="zh-CN" altLang="en-US"/>
          </a:p>
        </p:txBody>
      </p:sp>
    </p:spTree>
    <p:extLst>
      <p:ext uri="{BB962C8B-B14F-4D97-AF65-F5344CB8AC3E}">
        <p14:creationId xmlns:p14="http://schemas.microsoft.com/office/powerpoint/2010/main" val="40215636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0362"/>
            <a:ext cx="1971675" cy="5811838"/>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628650" y="360363"/>
            <a:ext cx="5800725" cy="5811837"/>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p>
            <a:fld id="{F17FE596-35CF-4558-A980-483C7A980144}" type="datetimeFigureOut">
              <a:rPr lang="zh-CN" altLang="en-US" smtClean="0"/>
              <a:t>2023/11/20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4E1FEC4-1FA1-480B-A396-F3B074CB2BD4}" type="slidenum">
              <a:rPr lang="zh-CN" altLang="en-US" smtClean="0"/>
              <a:t>‹#›</a:t>
            </a:fld>
            <a:endParaRPr lang="zh-CN" altLang="en-US"/>
          </a:p>
        </p:txBody>
      </p:sp>
    </p:spTree>
    <p:extLst>
      <p:ext uri="{BB962C8B-B14F-4D97-AF65-F5344CB8AC3E}">
        <p14:creationId xmlns:p14="http://schemas.microsoft.com/office/powerpoint/2010/main" val="29669204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796583"/>
            <a:ext cx="7886700" cy="786032"/>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33845" y="1828801"/>
            <a:ext cx="7886700" cy="4457699"/>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825">
                <a:solidFill>
                  <a:schemeClr val="tx1">
                    <a:lumMod val="65000"/>
                    <a:lumOff val="35000"/>
                  </a:schemeClr>
                </a:solidFill>
              </a:defRPr>
            </a:lvl1pPr>
          </a:lstStyle>
          <a:p>
            <a:fld id="{F17FE596-35CF-4558-A980-483C7A980144}" type="datetimeFigureOut">
              <a:rPr lang="zh-CN" altLang="en-US" smtClean="0"/>
              <a:t>2023/11/20</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825">
                <a:solidFill>
                  <a:schemeClr val="tx1">
                    <a:lumMod val="65000"/>
                    <a:lumOff val="35000"/>
                  </a:schemeClr>
                </a:solidFill>
              </a:defRPr>
            </a:lvl1pPr>
          </a:lstStyle>
          <a:p>
            <a:endParaRPr lang="zh-CN" altLang="en-US"/>
          </a:p>
        </p:txBody>
      </p:sp>
      <p:sp>
        <p:nvSpPr>
          <p:cNvPr id="6" name="Slide Number Placeholder 5"/>
          <p:cNvSpPr>
            <a:spLocks noGrp="1"/>
          </p:cNvSpPr>
          <p:nvPr>
            <p:ph type="sldNum" sz="quarter" idx="4"/>
          </p:nvPr>
        </p:nvSpPr>
        <p:spPr>
          <a:xfrm>
            <a:off x="6463145" y="6356351"/>
            <a:ext cx="2057400" cy="365125"/>
          </a:xfrm>
          <a:prstGeom prst="rect">
            <a:avLst/>
          </a:prstGeom>
        </p:spPr>
        <p:txBody>
          <a:bodyPr vert="horz" lIns="91440" tIns="45720" rIns="91440" bIns="45720" rtlCol="0" anchor="ctr"/>
          <a:lstStyle>
            <a:lvl1pPr algn="r">
              <a:defRPr sz="825">
                <a:solidFill>
                  <a:schemeClr val="tx1">
                    <a:tint val="75000"/>
                  </a:schemeClr>
                </a:solidFill>
              </a:defRPr>
            </a:lvl1pPr>
          </a:lstStyle>
          <a:p>
            <a:fld id="{54E1FEC4-1FA1-480B-A396-F3B074CB2BD4}" type="slidenum">
              <a:rPr lang="zh-CN" altLang="en-US" smtClean="0"/>
              <a:t>‹#›</a:t>
            </a:fld>
            <a:endParaRPr lang="zh-CN" altLang="en-US"/>
          </a:p>
        </p:txBody>
      </p:sp>
    </p:spTree>
    <p:extLst>
      <p:ext uri="{BB962C8B-B14F-4D97-AF65-F5344CB8AC3E}">
        <p14:creationId xmlns:p14="http://schemas.microsoft.com/office/powerpoint/2010/main" val="74086551"/>
      </p:ext>
    </p:extLst>
  </p:cSld>
  <p:clrMap bg1="lt1" tx1="dk1" bg2="lt2" tx2="dk2" accent1="accent1" accent2="accent2" accent3="accent3" accent4="accent4" accent5="accent5" accent6="accent6" hlink="hlink" folHlink="folHlink"/>
  <p:sldLayoutIdLst>
    <p:sldLayoutId id="2147483792" r:id="rId1"/>
    <p:sldLayoutId id="2147483803" r:id="rId2"/>
    <p:sldLayoutId id="2147483793" r:id="rId3"/>
    <p:sldLayoutId id="2147483794" r:id="rId4"/>
    <p:sldLayoutId id="2147483795" r:id="rId5"/>
    <p:sldLayoutId id="2147483796" r:id="rId6"/>
    <p:sldLayoutId id="2147483797" r:id="rId7"/>
    <p:sldLayoutId id="2147483798" r:id="rId8"/>
    <p:sldLayoutId id="2147483799" r:id="rId9"/>
    <p:sldLayoutId id="2147483800" r:id="rId10"/>
    <p:sldLayoutId id="2147483801" r:id="rId11"/>
    <p:sldLayoutId id="2147483802" r:id="rId12"/>
  </p:sldLayoutIdLst>
  <p:txStyles>
    <p:titleStyle>
      <a:lvl1pPr algn="ctr" defTabSz="685800" rtl="0" eaLnBrk="1" latinLnBrk="0" hangingPunct="1">
        <a:lnSpc>
          <a:spcPct val="90000"/>
        </a:lnSpc>
        <a:spcBef>
          <a:spcPct val="0"/>
        </a:spcBef>
        <a:buNone/>
        <a:defRPr sz="3300" b="1" kern="1200">
          <a:solidFill>
            <a:schemeClr val="tx1"/>
          </a:solidFill>
          <a:latin typeface="方正屏显雅宋简体" panose="02010600010101010101" pitchFamily="2" charset="-122"/>
          <a:ea typeface="方正屏显雅宋简体" panose="02010600010101010101" pitchFamily="2" charset="-122"/>
          <a:cs typeface="+mj-cs"/>
        </a:defRPr>
      </a:lvl1pPr>
    </p:titleStyle>
    <p:bodyStyle>
      <a:lvl1pPr marL="171450" indent="-171450" algn="l" defTabSz="685800" rtl="0" eaLnBrk="1" latinLnBrk="0" hangingPunct="1">
        <a:lnSpc>
          <a:spcPct val="90000"/>
        </a:lnSpc>
        <a:spcBef>
          <a:spcPts val="750"/>
        </a:spcBef>
        <a:buFont typeface="Wingdings 2" pitchFamily="18" charset="2"/>
        <a:buChar char=""/>
        <a:defRPr sz="2100" b="1" kern="1200" baseline="0">
          <a:solidFill>
            <a:schemeClr val="tx1"/>
          </a:solidFill>
          <a:latin typeface="Courier New" panose="02070309020205020404" pitchFamily="49" charset="0"/>
          <a:ea typeface="方正屏显雅宋简体" panose="02010600010101010101" pitchFamily="2" charset="-122"/>
          <a:cs typeface="+mn-cs"/>
        </a:defRPr>
      </a:lvl1pPr>
      <a:lvl2pPr marL="514350" indent="-171450" algn="l" defTabSz="685800" rtl="0" eaLnBrk="1" latinLnBrk="0" hangingPunct="1">
        <a:lnSpc>
          <a:spcPct val="90000"/>
        </a:lnSpc>
        <a:spcBef>
          <a:spcPts val="375"/>
        </a:spcBef>
        <a:buFont typeface="Wingdings 2" pitchFamily="18" charset="2"/>
        <a:buChar char=""/>
        <a:defRPr sz="1800" b="1" kern="1200" baseline="0">
          <a:solidFill>
            <a:schemeClr val="tx1"/>
          </a:solidFill>
          <a:latin typeface="Courier New" panose="02070309020205020404" pitchFamily="49" charset="0"/>
          <a:ea typeface="方正屏显雅宋简体" panose="02010600010101010101" pitchFamily="2" charset="-122"/>
          <a:cs typeface="+mn-cs"/>
        </a:defRPr>
      </a:lvl2pPr>
      <a:lvl3pPr marL="857250" indent="-171450" algn="l" defTabSz="685800" rtl="0" eaLnBrk="1" latinLnBrk="0" hangingPunct="1">
        <a:lnSpc>
          <a:spcPct val="90000"/>
        </a:lnSpc>
        <a:spcBef>
          <a:spcPts val="375"/>
        </a:spcBef>
        <a:buFont typeface="Wingdings 2" pitchFamily="18" charset="2"/>
        <a:buChar char=""/>
        <a:defRPr sz="1500" b="1" kern="1200" baseline="0">
          <a:solidFill>
            <a:schemeClr val="tx1"/>
          </a:solidFill>
          <a:latin typeface="Courier New" panose="02070309020205020404" pitchFamily="49" charset="0"/>
          <a:ea typeface="方正屏显雅宋简体" panose="02010600010101010101" pitchFamily="2" charset="-122"/>
          <a:cs typeface="+mn-cs"/>
        </a:defRPr>
      </a:lvl3pPr>
      <a:lvl4pPr marL="1200150" indent="-171450" algn="l" defTabSz="685800" rtl="0" eaLnBrk="1" latinLnBrk="0" hangingPunct="1">
        <a:lnSpc>
          <a:spcPct val="90000"/>
        </a:lnSpc>
        <a:spcBef>
          <a:spcPts val="375"/>
        </a:spcBef>
        <a:buFont typeface="Wingdings 2" pitchFamily="18" charset="2"/>
        <a:buChar char=""/>
        <a:defRPr sz="1350" b="1" kern="1200" baseline="0">
          <a:solidFill>
            <a:schemeClr val="tx1"/>
          </a:solidFill>
          <a:latin typeface="Courier New" panose="02070309020205020404" pitchFamily="49" charset="0"/>
          <a:ea typeface="方正屏显雅宋简体" panose="02010600010101010101" pitchFamily="2" charset="-122"/>
          <a:cs typeface="+mn-cs"/>
        </a:defRPr>
      </a:lvl4pPr>
      <a:lvl5pPr marL="1543050" indent="-171450" algn="l" defTabSz="685800" rtl="0" eaLnBrk="1" latinLnBrk="0" hangingPunct="1">
        <a:lnSpc>
          <a:spcPct val="90000"/>
        </a:lnSpc>
        <a:spcBef>
          <a:spcPts val="375"/>
        </a:spcBef>
        <a:buFont typeface="Wingdings 2" pitchFamily="18" charset="2"/>
        <a:buChar char=""/>
        <a:defRPr sz="1350" b="1" kern="1200" baseline="0">
          <a:solidFill>
            <a:schemeClr val="tx1"/>
          </a:solidFill>
          <a:latin typeface="Courier New" panose="02070309020205020404" pitchFamily="49" charset="0"/>
          <a:ea typeface="方正屏显雅宋简体" panose="02010600010101010101" pitchFamily="2" charset="-122"/>
          <a:cs typeface="+mn-cs"/>
        </a:defRPr>
      </a:lvl5pPr>
      <a:lvl6pPr marL="18859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6pPr>
      <a:lvl7pPr marL="22288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7pPr>
      <a:lvl8pPr marL="25717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8pPr>
      <a:lvl9pPr marL="29146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noFill/>
        </p:spPr>
        <p:txBody>
          <a:bodyPr/>
          <a:lstStyle/>
          <a:p>
            <a:r>
              <a:rPr lang="zh-CN" altLang="en-US" spc="600" dirty="0">
                <a:latin typeface="方正粗宋简体" panose="03000509000000000000" pitchFamily="65" charset="-122"/>
                <a:ea typeface="方正粗宋简体" panose="03000509000000000000" pitchFamily="65" charset="-122"/>
              </a:rPr>
              <a:t>人工智能</a:t>
            </a:r>
          </a:p>
        </p:txBody>
      </p:sp>
      <p:sp>
        <p:nvSpPr>
          <p:cNvPr id="3" name="副标题 2"/>
          <p:cNvSpPr>
            <a:spLocks noGrp="1"/>
          </p:cNvSpPr>
          <p:nvPr>
            <p:ph type="subTitle" idx="1"/>
          </p:nvPr>
        </p:nvSpPr>
        <p:spPr/>
        <p:txBody>
          <a:bodyPr>
            <a:normAutofit/>
          </a:bodyPr>
          <a:lstStyle/>
          <a:p>
            <a:r>
              <a:rPr lang="zh-CN" altLang="en-US" sz="2000" dirty="0">
                <a:solidFill>
                  <a:schemeClr val="accent5">
                    <a:lumMod val="50000"/>
                  </a:schemeClr>
                </a:solidFill>
              </a:rPr>
              <a:t>教员：庄东晔</a:t>
            </a:r>
            <a:endParaRPr lang="en-US" altLang="zh-CN" sz="2000" dirty="0">
              <a:solidFill>
                <a:schemeClr val="accent5">
                  <a:lumMod val="50000"/>
                </a:schemeClr>
              </a:solidFill>
            </a:endParaRPr>
          </a:p>
          <a:p>
            <a:r>
              <a:rPr lang="zh-CN" altLang="en-US" sz="2000" dirty="0">
                <a:solidFill>
                  <a:schemeClr val="accent5">
                    <a:lumMod val="50000"/>
                  </a:schemeClr>
                </a:solidFill>
              </a:rPr>
              <a:t>智能科学学院</a:t>
            </a:r>
          </a:p>
        </p:txBody>
      </p:sp>
    </p:spTree>
    <p:extLst>
      <p:ext uri="{BB962C8B-B14F-4D97-AF65-F5344CB8AC3E}">
        <p14:creationId xmlns:p14="http://schemas.microsoft.com/office/powerpoint/2010/main" val="3412990626"/>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0858AB-DC5D-CC73-D1C5-B9D09B8BC953}"/>
              </a:ext>
            </a:extLst>
          </p:cNvPr>
          <p:cNvSpPr>
            <a:spLocks noGrp="1"/>
          </p:cNvSpPr>
          <p:nvPr>
            <p:ph type="ctrTitle"/>
          </p:nvPr>
        </p:nvSpPr>
        <p:spPr>
          <a:noFill/>
        </p:spPr>
        <p:txBody>
          <a:bodyPr/>
          <a:lstStyle/>
          <a:p>
            <a:r>
              <a:rPr lang="en-US" altLang="zh-CN" dirty="0"/>
              <a:t>NLP</a:t>
            </a:r>
            <a:r>
              <a:rPr lang="zh-CN" altLang="en-US" dirty="0"/>
              <a:t>、</a:t>
            </a:r>
            <a:r>
              <a:rPr lang="en-US" altLang="zh-CN" dirty="0"/>
              <a:t>Transformer</a:t>
            </a:r>
            <a:r>
              <a:rPr lang="zh-CN" altLang="en-US" dirty="0"/>
              <a:t>和</a:t>
            </a:r>
            <a:r>
              <a:rPr lang="en-US" altLang="zh-CN" dirty="0"/>
              <a:t>LLM</a:t>
            </a:r>
            <a:endParaRPr lang="zh-CN" altLang="en-US" dirty="0"/>
          </a:p>
        </p:txBody>
      </p:sp>
      <p:sp>
        <p:nvSpPr>
          <p:cNvPr id="3" name="副标题 2">
            <a:extLst>
              <a:ext uri="{FF2B5EF4-FFF2-40B4-BE49-F238E27FC236}">
                <a16:creationId xmlns:a16="http://schemas.microsoft.com/office/drawing/2014/main" id="{CC038331-9330-FA92-9394-48FA71DDE5EB}"/>
              </a:ext>
            </a:extLst>
          </p:cNvPr>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27358123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4D62C515-674C-856B-0252-A50B12BDF80D}"/>
              </a:ext>
            </a:extLst>
          </p:cNvPr>
          <p:cNvSpPr>
            <a:spLocks noGrp="1"/>
          </p:cNvSpPr>
          <p:nvPr>
            <p:ph type="sldNum" sz="quarter" idx="12"/>
          </p:nvPr>
        </p:nvSpPr>
        <p:spPr/>
        <p:txBody>
          <a:bodyPr/>
          <a:lstStyle/>
          <a:p>
            <a:fld id="{54E1FEC4-1FA1-480B-A396-F3B074CB2BD4}" type="slidenum">
              <a:rPr lang="zh-CN" altLang="en-US" smtClean="0"/>
              <a:t>3</a:t>
            </a:fld>
            <a:endParaRPr lang="zh-CN" altLang="en-US"/>
          </a:p>
        </p:txBody>
      </p:sp>
      <p:sp>
        <p:nvSpPr>
          <p:cNvPr id="3" name="标题 2">
            <a:extLst>
              <a:ext uri="{FF2B5EF4-FFF2-40B4-BE49-F238E27FC236}">
                <a16:creationId xmlns:a16="http://schemas.microsoft.com/office/drawing/2014/main" id="{8F7F75D3-642D-6B5F-AD64-697703B6C03E}"/>
              </a:ext>
            </a:extLst>
          </p:cNvPr>
          <p:cNvSpPr>
            <a:spLocks noGrp="1"/>
          </p:cNvSpPr>
          <p:nvPr>
            <p:ph type="title"/>
          </p:nvPr>
        </p:nvSpPr>
        <p:spPr/>
        <p:txBody>
          <a:bodyPr/>
          <a:lstStyle/>
          <a:p>
            <a:r>
              <a:rPr lang="en-US" altLang="zh-CN" dirty="0"/>
              <a:t>1.</a:t>
            </a:r>
            <a:r>
              <a:rPr lang="zh-CN" altLang="en-US" dirty="0"/>
              <a:t>自然语言处理</a:t>
            </a:r>
          </a:p>
        </p:txBody>
      </p:sp>
      <p:sp>
        <p:nvSpPr>
          <p:cNvPr id="4" name="内容占位符 3">
            <a:extLst>
              <a:ext uri="{FF2B5EF4-FFF2-40B4-BE49-F238E27FC236}">
                <a16:creationId xmlns:a16="http://schemas.microsoft.com/office/drawing/2014/main" id="{443205E9-01A5-C9FB-C78D-B9868AA88941}"/>
              </a:ext>
            </a:extLst>
          </p:cNvPr>
          <p:cNvSpPr>
            <a:spLocks noGrp="1"/>
          </p:cNvSpPr>
          <p:nvPr>
            <p:ph sz="quarter" idx="13"/>
          </p:nvPr>
        </p:nvSpPr>
        <p:spPr/>
        <p:txBody>
          <a:bodyPr/>
          <a:lstStyle/>
          <a:p>
            <a:r>
              <a:rPr lang="en-US" altLang="zh-CN" dirty="0"/>
              <a:t>1.NLP</a:t>
            </a:r>
            <a:r>
              <a:rPr lang="zh-CN" altLang="en-US" dirty="0"/>
              <a:t>及其发展历程</a:t>
            </a:r>
          </a:p>
        </p:txBody>
      </p:sp>
      <p:sp>
        <p:nvSpPr>
          <p:cNvPr id="5" name="矩形: 圆角 4">
            <a:extLst>
              <a:ext uri="{FF2B5EF4-FFF2-40B4-BE49-F238E27FC236}">
                <a16:creationId xmlns:a16="http://schemas.microsoft.com/office/drawing/2014/main" id="{404951F0-95F8-3546-5D6E-938834FF14F0}"/>
              </a:ext>
            </a:extLst>
          </p:cNvPr>
          <p:cNvSpPr/>
          <p:nvPr/>
        </p:nvSpPr>
        <p:spPr>
          <a:xfrm>
            <a:off x="445271" y="1542552"/>
            <a:ext cx="8412482" cy="1184745"/>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accent5">
                    <a:lumMod val="50000"/>
                  </a:schemeClr>
                </a:solidFill>
                <a:latin typeface="方正粗黑宋简体" panose="02000000000000000000" pitchFamily="2" charset="-122"/>
                <a:ea typeface="方正粗黑宋简体" panose="02000000000000000000" pitchFamily="2" charset="-122"/>
              </a:rPr>
              <a:t>自然语言处理 </a:t>
            </a:r>
            <a:r>
              <a:rPr lang="en-US" altLang="zh-CN" dirty="0">
                <a:solidFill>
                  <a:schemeClr val="accent5">
                    <a:lumMod val="50000"/>
                  </a:schemeClr>
                </a:solidFill>
                <a:latin typeface="方正粗黑宋简体" panose="02000000000000000000" pitchFamily="2" charset="-122"/>
                <a:ea typeface="方正粗黑宋简体" panose="02000000000000000000" pitchFamily="2" charset="-122"/>
              </a:rPr>
              <a:t>(NLP, Natural Language Processing) </a:t>
            </a:r>
            <a:r>
              <a:rPr lang="zh-CN" altLang="en-US" dirty="0">
                <a:solidFill>
                  <a:schemeClr val="accent5">
                    <a:lumMod val="50000"/>
                  </a:schemeClr>
                </a:solidFill>
                <a:latin typeface="方正粗黑宋简体" panose="02000000000000000000" pitchFamily="2" charset="-122"/>
                <a:ea typeface="方正粗黑宋简体" panose="02000000000000000000" pitchFamily="2" charset="-122"/>
              </a:rPr>
              <a:t>又称为计算语言学，是一门借助计算机技术研究人类语言的科学。</a:t>
            </a:r>
          </a:p>
        </p:txBody>
      </p:sp>
      <p:sp>
        <p:nvSpPr>
          <p:cNvPr id="6" name="矩形: 圆角 5">
            <a:extLst>
              <a:ext uri="{FF2B5EF4-FFF2-40B4-BE49-F238E27FC236}">
                <a16:creationId xmlns:a16="http://schemas.microsoft.com/office/drawing/2014/main" id="{93B496EE-FC2F-F191-6E21-1ED93BFE42D2}"/>
              </a:ext>
            </a:extLst>
          </p:cNvPr>
          <p:cNvSpPr/>
          <p:nvPr/>
        </p:nvSpPr>
        <p:spPr>
          <a:xfrm>
            <a:off x="622850" y="5315448"/>
            <a:ext cx="3395209" cy="686060"/>
          </a:xfrm>
          <a:prstGeom prst="roundRect">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accent5">
                    <a:lumMod val="50000"/>
                  </a:schemeClr>
                </a:solidFill>
                <a:latin typeface="方正粗黑宋简体" panose="02000000000000000000" pitchFamily="2" charset="-122"/>
                <a:ea typeface="方正粗黑宋简体" panose="02000000000000000000" pitchFamily="2" charset="-122"/>
              </a:rPr>
              <a:t>第三阶段：神经网络</a:t>
            </a:r>
          </a:p>
        </p:txBody>
      </p:sp>
      <p:sp>
        <p:nvSpPr>
          <p:cNvPr id="7" name="矩形: 圆角 6">
            <a:extLst>
              <a:ext uri="{FF2B5EF4-FFF2-40B4-BE49-F238E27FC236}">
                <a16:creationId xmlns:a16="http://schemas.microsoft.com/office/drawing/2014/main" id="{5684253A-7BBA-5406-F45F-A6D7FFC451CB}"/>
              </a:ext>
            </a:extLst>
          </p:cNvPr>
          <p:cNvSpPr/>
          <p:nvPr/>
        </p:nvSpPr>
        <p:spPr>
          <a:xfrm>
            <a:off x="597671" y="3123941"/>
            <a:ext cx="3395209" cy="686060"/>
          </a:xfrm>
          <a:prstGeom prst="roundRect">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accent5">
                    <a:lumMod val="50000"/>
                  </a:schemeClr>
                </a:solidFill>
                <a:latin typeface="方正粗黑宋简体" panose="02000000000000000000" pitchFamily="2" charset="-122"/>
                <a:ea typeface="方正粗黑宋简体" panose="02000000000000000000" pitchFamily="2" charset="-122"/>
              </a:rPr>
              <a:t>第一阶段：语法规则建模</a:t>
            </a:r>
          </a:p>
        </p:txBody>
      </p:sp>
      <p:sp>
        <p:nvSpPr>
          <p:cNvPr id="8" name="矩形: 圆角 7">
            <a:extLst>
              <a:ext uri="{FF2B5EF4-FFF2-40B4-BE49-F238E27FC236}">
                <a16:creationId xmlns:a16="http://schemas.microsoft.com/office/drawing/2014/main" id="{F1322AD2-FA80-6F08-2959-85490DDB13A5}"/>
              </a:ext>
            </a:extLst>
          </p:cNvPr>
          <p:cNvSpPr/>
          <p:nvPr/>
        </p:nvSpPr>
        <p:spPr>
          <a:xfrm>
            <a:off x="597671" y="4219694"/>
            <a:ext cx="3395209" cy="686060"/>
          </a:xfrm>
          <a:prstGeom prst="roundRect">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accent5">
                    <a:lumMod val="50000"/>
                  </a:schemeClr>
                </a:solidFill>
                <a:latin typeface="方正粗黑宋简体" panose="02000000000000000000" pitchFamily="2" charset="-122"/>
                <a:ea typeface="方正粗黑宋简体" panose="02000000000000000000" pitchFamily="2" charset="-122"/>
              </a:rPr>
              <a:t>第二阶段：统计模型</a:t>
            </a:r>
          </a:p>
        </p:txBody>
      </p:sp>
      <p:sp>
        <p:nvSpPr>
          <p:cNvPr id="9" name="矩形: 圆角 8">
            <a:extLst>
              <a:ext uri="{FF2B5EF4-FFF2-40B4-BE49-F238E27FC236}">
                <a16:creationId xmlns:a16="http://schemas.microsoft.com/office/drawing/2014/main" id="{ADF8206B-87D2-0A27-E4F4-AF09A4E08406}"/>
              </a:ext>
            </a:extLst>
          </p:cNvPr>
          <p:cNvSpPr/>
          <p:nvPr/>
        </p:nvSpPr>
        <p:spPr>
          <a:xfrm>
            <a:off x="4786682" y="2911905"/>
            <a:ext cx="3395210" cy="801354"/>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accent5">
                    <a:lumMod val="50000"/>
                  </a:schemeClr>
                </a:solidFill>
                <a:latin typeface="方正粗黑宋简体" panose="02000000000000000000" pitchFamily="2" charset="-122"/>
                <a:ea typeface="方正粗黑宋简体" panose="02000000000000000000" pitchFamily="2" charset="-122"/>
              </a:rPr>
              <a:t>人类语言是一种上下文相关的信息表达方式</a:t>
            </a:r>
            <a:endParaRPr lang="zh-CN" altLang="en-US" dirty="0">
              <a:solidFill>
                <a:schemeClr val="accent5">
                  <a:lumMod val="50000"/>
                </a:schemeClr>
              </a:solidFill>
              <a:latin typeface="方正粗黑宋简体" panose="02000000000000000000" pitchFamily="2" charset="-122"/>
              <a:ea typeface="方正粗黑宋简体" panose="02000000000000000000" pitchFamily="2" charset="-122"/>
            </a:endParaRPr>
          </a:p>
        </p:txBody>
      </p:sp>
      <p:sp>
        <p:nvSpPr>
          <p:cNvPr id="10" name="矩形: 圆角 9">
            <a:extLst>
              <a:ext uri="{FF2B5EF4-FFF2-40B4-BE49-F238E27FC236}">
                <a16:creationId xmlns:a16="http://schemas.microsoft.com/office/drawing/2014/main" id="{349AD51D-108E-98F3-A03F-58E966ECE8E2}"/>
              </a:ext>
            </a:extLst>
          </p:cNvPr>
          <p:cNvSpPr/>
          <p:nvPr/>
        </p:nvSpPr>
        <p:spPr>
          <a:xfrm>
            <a:off x="4805747" y="3923045"/>
            <a:ext cx="3395210" cy="2433306"/>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accent5">
                    <a:lumMod val="50000"/>
                  </a:schemeClr>
                </a:solidFill>
                <a:latin typeface="方正粗黑宋简体" panose="02000000000000000000" pitchFamily="2" charset="-122"/>
                <a:ea typeface="方正粗黑宋简体" panose="02000000000000000000" pitchFamily="2" charset="-122"/>
              </a:rPr>
              <a:t>统计语言模型的核心思想就是判断一个文字序列是否构成人类能理解并且有意义的句子</a:t>
            </a:r>
          </a:p>
        </p:txBody>
      </p:sp>
    </p:spTree>
    <p:extLst>
      <p:ext uri="{BB962C8B-B14F-4D97-AF65-F5344CB8AC3E}">
        <p14:creationId xmlns:p14="http://schemas.microsoft.com/office/powerpoint/2010/main" val="16591027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CDA307-22B5-41DD-9EFA-B741F3C2E740}"/>
              </a:ext>
            </a:extLst>
          </p:cNvPr>
          <p:cNvSpPr>
            <a:spLocks noGrp="1"/>
          </p:cNvSpPr>
          <p:nvPr>
            <p:ph type="ctrTitle"/>
          </p:nvPr>
        </p:nvSpPr>
        <p:spPr>
          <a:noFill/>
        </p:spPr>
        <p:txBody>
          <a:bodyPr/>
          <a:lstStyle/>
          <a:p>
            <a:pPr algn="l"/>
            <a:r>
              <a:rPr lang="zh-CN" altLang="en-US" sz="4800" dirty="0">
                <a:solidFill>
                  <a:srgbClr val="002060"/>
                </a:solidFill>
              </a:rPr>
              <a:t>谢谢</a:t>
            </a:r>
          </a:p>
        </p:txBody>
      </p:sp>
    </p:spTree>
    <p:extLst>
      <p:ext uri="{BB962C8B-B14F-4D97-AF65-F5344CB8AC3E}">
        <p14:creationId xmlns:p14="http://schemas.microsoft.com/office/powerpoint/2010/main" val="153845318"/>
      </p:ext>
    </p:extLst>
  </p:cSld>
  <p:clrMapOvr>
    <a:masterClrMapping/>
  </p:clrMapOvr>
</p:sld>
</file>

<file path=ppt/theme/theme1.xml><?xml version="1.0" encoding="utf-8"?>
<a:theme xmlns:a="http://schemas.openxmlformats.org/drawingml/2006/main" name="HDOfficeLightV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TM02900688[[fn=平面]]</Template>
  <TotalTime>43733</TotalTime>
  <Words>99</Words>
  <Application>Microsoft Office PowerPoint</Application>
  <PresentationFormat>全屏显示(4:3)</PresentationFormat>
  <Paragraphs>17</Paragraphs>
  <Slides>4</Slides>
  <Notes>2</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4</vt:i4>
      </vt:variant>
    </vt:vector>
  </HeadingPairs>
  <TitlesOfParts>
    <vt:vector size="16" baseType="lpstr">
      <vt:lpstr>等线</vt:lpstr>
      <vt:lpstr>方正粗黑宋简体</vt:lpstr>
      <vt:lpstr>方正粗宋简体</vt:lpstr>
      <vt:lpstr>方正屏显雅宋简体</vt:lpstr>
      <vt:lpstr>楷体</vt:lpstr>
      <vt:lpstr>微软雅黑</vt:lpstr>
      <vt:lpstr>Arial</vt:lpstr>
      <vt:lpstr>Calibri</vt:lpstr>
      <vt:lpstr>Cambria</vt:lpstr>
      <vt:lpstr>Courier New</vt:lpstr>
      <vt:lpstr>Wingdings 2</vt:lpstr>
      <vt:lpstr>HDOfficeLightV0</vt:lpstr>
      <vt:lpstr>人工智能</vt:lpstr>
      <vt:lpstr>NLP、Transformer和LLM</vt:lpstr>
      <vt:lpstr>1.自然语言处理</vt:lpstr>
      <vt:lpstr>谢谢</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第一讲</dc:title>
  <dc:creator>DONGYE ZHUANG</dc:creator>
  <cp:lastModifiedBy>admilder</cp:lastModifiedBy>
  <cp:revision>1371</cp:revision>
  <dcterms:created xsi:type="dcterms:W3CDTF">2018-02-24T10:48:33Z</dcterms:created>
  <dcterms:modified xsi:type="dcterms:W3CDTF">2023-11-20T12:37:41Z</dcterms:modified>
</cp:coreProperties>
</file>