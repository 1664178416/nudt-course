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03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1D1C"/>
    <a:srgbClr val="D62D18"/>
    <a:srgbClr val="801C00"/>
    <a:srgbClr val="BC1A21"/>
    <a:srgbClr val="0074C8"/>
    <a:srgbClr val="005845"/>
    <a:srgbClr val="025845"/>
    <a:srgbClr val="343434"/>
    <a:srgbClr val="424242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327FA5-5528-42FC-96C5-79E1EAAE84D4}" v="17" dt="2026-04-20T09:05:53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6" autoAdjust="0"/>
    <p:restoredTop sz="94660"/>
  </p:normalViewPr>
  <p:slideViewPr>
    <p:cSldViewPr snapToGrid="0">
      <p:cViewPr>
        <p:scale>
          <a:sx n="125" d="100"/>
          <a:sy n="125" d="100"/>
        </p:scale>
        <p:origin x="1088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492" y="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tags" Target="tags/tag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姓名" userId="d11ad20e-7777-4337-9270-c2786f64c2fe" providerId="ADAL" clId="{95E1D510-4608-4BFE-B13E-91D1351F3FD6}"/>
    <pc:docChg chg="undo custSel delSld modSld">
      <pc:chgData name="姓名" userId="d11ad20e-7777-4337-9270-c2786f64c2fe" providerId="ADAL" clId="{95E1D510-4608-4BFE-B13E-91D1351F3FD6}" dt="2026-04-20T09:11:34.198" v="32" actId="47"/>
      <pc:docMkLst>
        <pc:docMk/>
      </pc:docMkLst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273"/>
        </pc:sldMkLst>
      </pc:sldChg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275"/>
        </pc:sldMkLst>
      </pc:sldChg>
      <pc:sldChg chg="del">
        <pc:chgData name="姓名" userId="d11ad20e-7777-4337-9270-c2786f64c2fe" providerId="ADAL" clId="{95E1D510-4608-4BFE-B13E-91D1351F3FD6}" dt="2026-04-20T09:11:31.682" v="31" actId="47"/>
        <pc:sldMkLst>
          <pc:docMk/>
          <pc:sldMk cId="0" sldId="279"/>
        </pc:sldMkLst>
      </pc:sldChg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287"/>
        </pc:sldMkLst>
      </pc:sldChg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289"/>
        </pc:sldMkLst>
      </pc:sldChg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294"/>
        </pc:sldMkLst>
      </pc:sldChg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295"/>
        </pc:sldMkLst>
      </pc:sldChg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296"/>
        </pc:sldMkLst>
      </pc:sldChg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297"/>
        </pc:sldMkLst>
      </pc:sldChg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298"/>
        </pc:sldMkLst>
      </pc:sldChg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299"/>
        </pc:sldMkLst>
      </pc:sldChg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300"/>
        </pc:sldMkLst>
      </pc:sldChg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301"/>
        </pc:sldMkLst>
      </pc:sldChg>
      <pc:sldChg chg="del">
        <pc:chgData name="姓名" userId="d11ad20e-7777-4337-9270-c2786f64c2fe" providerId="ADAL" clId="{95E1D510-4608-4BFE-B13E-91D1351F3FD6}" dt="2026-04-20T09:11:34.198" v="32" actId="47"/>
        <pc:sldMkLst>
          <pc:docMk/>
          <pc:sldMk cId="0" sldId="302"/>
        </pc:sldMkLst>
      </pc:sldChg>
      <pc:sldChg chg="addSp delSp modSp mod">
        <pc:chgData name="姓名" userId="d11ad20e-7777-4337-9270-c2786f64c2fe" providerId="ADAL" clId="{95E1D510-4608-4BFE-B13E-91D1351F3FD6}" dt="2026-04-20T09:06:10.081" v="30" actId="478"/>
        <pc:sldMkLst>
          <pc:docMk/>
          <pc:sldMk cId="0" sldId="303"/>
        </pc:sldMkLst>
        <pc:spChg chg="del">
          <ac:chgData name="姓名" userId="d11ad20e-7777-4337-9270-c2786f64c2fe" providerId="ADAL" clId="{95E1D510-4608-4BFE-B13E-91D1351F3FD6}" dt="2026-04-20T09:06:10.081" v="30" actId="478"/>
          <ac:spMkLst>
            <pc:docMk/>
            <pc:sldMk cId="0" sldId="303"/>
            <ac:spMk id="2" creationId="{00000000-0000-0000-0000-000000000000}"/>
          </ac:spMkLst>
        </pc:spChg>
        <pc:spChg chg="add mod topLvl">
          <ac:chgData name="姓名" userId="d11ad20e-7777-4337-9270-c2786f64c2fe" providerId="ADAL" clId="{95E1D510-4608-4BFE-B13E-91D1351F3FD6}" dt="2026-04-20T09:04:24.948" v="8" actId="165"/>
          <ac:spMkLst>
            <pc:docMk/>
            <pc:sldMk cId="0" sldId="303"/>
            <ac:spMk id="7" creationId="{2C3589EA-F364-E625-5460-438460F0FFF7}"/>
          </ac:spMkLst>
        </pc:spChg>
        <pc:spChg chg="add mod topLvl">
          <ac:chgData name="姓名" userId="d11ad20e-7777-4337-9270-c2786f64c2fe" providerId="ADAL" clId="{95E1D510-4608-4BFE-B13E-91D1351F3FD6}" dt="2026-04-20T09:04:24.948" v="8" actId="165"/>
          <ac:spMkLst>
            <pc:docMk/>
            <pc:sldMk cId="0" sldId="303"/>
            <ac:spMk id="23" creationId="{75166EC6-F04F-E949-2880-3C67EC63D6A8}"/>
          </ac:spMkLst>
        </pc:spChg>
        <pc:spChg chg="add mod topLvl">
          <ac:chgData name="姓名" userId="d11ad20e-7777-4337-9270-c2786f64c2fe" providerId="ADAL" clId="{95E1D510-4608-4BFE-B13E-91D1351F3FD6}" dt="2026-04-20T09:04:24.948" v="8" actId="165"/>
          <ac:spMkLst>
            <pc:docMk/>
            <pc:sldMk cId="0" sldId="303"/>
            <ac:spMk id="33" creationId="{5AF186C1-64B7-311D-6E54-25F54A1EF073}"/>
          </ac:spMkLst>
        </pc:spChg>
        <pc:spChg chg="add mod topLvl">
          <ac:chgData name="姓名" userId="d11ad20e-7777-4337-9270-c2786f64c2fe" providerId="ADAL" clId="{95E1D510-4608-4BFE-B13E-91D1351F3FD6}" dt="2026-04-20T09:04:24.948" v="8" actId="165"/>
          <ac:spMkLst>
            <pc:docMk/>
            <pc:sldMk cId="0" sldId="303"/>
            <ac:spMk id="43" creationId="{4E996BDE-9268-9704-797C-90C795C4031E}"/>
          </ac:spMkLst>
        </pc:spChg>
        <pc:spChg chg="add mod topLvl">
          <ac:chgData name="姓名" userId="d11ad20e-7777-4337-9270-c2786f64c2fe" providerId="ADAL" clId="{95E1D510-4608-4BFE-B13E-91D1351F3FD6}" dt="2026-04-20T09:04:24.948" v="8" actId="165"/>
          <ac:spMkLst>
            <pc:docMk/>
            <pc:sldMk cId="0" sldId="303"/>
            <ac:spMk id="48" creationId="{DCD7CBCF-DCF7-6291-339A-B793B9932202}"/>
          </ac:spMkLst>
        </pc:spChg>
        <pc:spChg chg="add mod topLvl">
          <ac:chgData name="姓名" userId="d11ad20e-7777-4337-9270-c2786f64c2fe" providerId="ADAL" clId="{95E1D510-4608-4BFE-B13E-91D1351F3FD6}" dt="2026-04-20T09:04:24.948" v="8" actId="165"/>
          <ac:spMkLst>
            <pc:docMk/>
            <pc:sldMk cId="0" sldId="303"/>
            <ac:spMk id="49" creationId="{E3E65920-7C82-952A-854E-06846468CD59}"/>
          </ac:spMkLst>
        </pc:spChg>
        <pc:spChg chg="add mod topLvl">
          <ac:chgData name="姓名" userId="d11ad20e-7777-4337-9270-c2786f64c2fe" providerId="ADAL" clId="{95E1D510-4608-4BFE-B13E-91D1351F3FD6}" dt="2026-04-20T09:04:24.948" v="8" actId="165"/>
          <ac:spMkLst>
            <pc:docMk/>
            <pc:sldMk cId="0" sldId="303"/>
            <ac:spMk id="51" creationId="{0EA5305B-BB26-EAA8-A0E7-AD606161483E}"/>
          </ac:spMkLst>
        </pc:spChg>
        <pc:spChg chg="add mod topLvl">
          <ac:chgData name="姓名" userId="d11ad20e-7777-4337-9270-c2786f64c2fe" providerId="ADAL" clId="{95E1D510-4608-4BFE-B13E-91D1351F3FD6}" dt="2026-04-20T09:04:24.948" v="8" actId="165"/>
          <ac:spMkLst>
            <pc:docMk/>
            <pc:sldMk cId="0" sldId="303"/>
            <ac:spMk id="53" creationId="{DA9B10A2-6546-2DFB-099E-87F9BD5D4D3D}"/>
          </ac:spMkLst>
        </pc:spChg>
        <pc:spChg chg="add mod topLvl">
          <ac:chgData name="姓名" userId="d11ad20e-7777-4337-9270-c2786f64c2fe" providerId="ADAL" clId="{95E1D510-4608-4BFE-B13E-91D1351F3FD6}" dt="2026-04-20T09:05:59.583" v="29" actId="1076"/>
          <ac:spMkLst>
            <pc:docMk/>
            <pc:sldMk cId="0" sldId="303"/>
            <ac:spMk id="55" creationId="{862461AD-B797-B051-255D-3B67B7267554}"/>
          </ac:spMkLst>
        </pc:spChg>
        <pc:spChg chg="add mod topLvl">
          <ac:chgData name="姓名" userId="d11ad20e-7777-4337-9270-c2786f64c2fe" providerId="ADAL" clId="{95E1D510-4608-4BFE-B13E-91D1351F3FD6}" dt="2026-04-20T09:04:24.948" v="8" actId="165"/>
          <ac:spMkLst>
            <pc:docMk/>
            <pc:sldMk cId="0" sldId="303"/>
            <ac:spMk id="56" creationId="{21912BF2-3448-045B-8E8A-7E6CA1F5FA87}"/>
          </ac:spMkLst>
        </pc:spChg>
        <pc:spChg chg="mod">
          <ac:chgData name="姓名" userId="d11ad20e-7777-4337-9270-c2786f64c2fe" providerId="ADAL" clId="{95E1D510-4608-4BFE-B13E-91D1351F3FD6}" dt="2026-04-20T09:05:38.648" v="19" actId="113"/>
          <ac:spMkLst>
            <pc:docMk/>
            <pc:sldMk cId="0" sldId="303"/>
            <ac:spMk id="57" creationId="{8F647294-FC45-86EC-D513-7EB27FAE37C8}"/>
          </ac:spMkLst>
        </pc:spChg>
        <pc:grpChg chg="mod">
          <ac:chgData name="姓名" userId="d11ad20e-7777-4337-9270-c2786f64c2fe" providerId="ADAL" clId="{95E1D510-4608-4BFE-B13E-91D1351F3FD6}" dt="2026-04-20T09:04:18.127" v="7" actId="1076"/>
          <ac:grpSpMkLst>
            <pc:docMk/>
            <pc:sldMk cId="0" sldId="303"/>
            <ac:grpSpMk id="58" creationId="{6882BBEB-BAD9-30FC-DC44-0BF033819133}"/>
          </ac:grpSpMkLst>
        </pc:grpChg>
        <pc:picChg chg="del">
          <ac:chgData name="姓名" userId="d11ad20e-7777-4337-9270-c2786f64c2fe" providerId="ADAL" clId="{95E1D510-4608-4BFE-B13E-91D1351F3FD6}" dt="2026-04-20T09:05:12.005" v="9" actId="478"/>
          <ac:picMkLst>
            <pc:docMk/>
            <pc:sldMk cId="0" sldId="303"/>
            <ac:picMk id="32" creationId="{7257CB5F-43B1-24B6-2C9F-6BA50F42E545}"/>
          </ac:picMkLst>
        </pc:picChg>
        <pc:picChg chg="del">
          <ac:chgData name="姓名" userId="d11ad20e-7777-4337-9270-c2786f64c2fe" providerId="ADAL" clId="{95E1D510-4608-4BFE-B13E-91D1351F3FD6}" dt="2026-04-20T09:05:45.358" v="20" actId="478"/>
          <ac:picMkLst>
            <pc:docMk/>
            <pc:sldMk cId="0" sldId="303"/>
            <ac:picMk id="52" creationId="{74DD17EE-E33C-C13D-248A-EB910DC7871D}"/>
          </ac:picMkLst>
        </pc:picChg>
        <pc:picChg chg="add mod">
          <ac:chgData name="姓名" userId="d11ad20e-7777-4337-9270-c2786f64c2fe" providerId="ADAL" clId="{95E1D510-4608-4BFE-B13E-91D1351F3FD6}" dt="2026-04-20T09:05:21.232" v="16" actId="1076"/>
          <ac:picMkLst>
            <pc:docMk/>
            <pc:sldMk cId="0" sldId="303"/>
            <ac:picMk id="1026" creationId="{7DCECDDA-CB40-5A4C-937F-FF2F8DCF186B}"/>
          </ac:picMkLst>
        </pc:picChg>
        <pc:picChg chg="add mod">
          <ac:chgData name="姓名" userId="d11ad20e-7777-4337-9270-c2786f64c2fe" providerId="ADAL" clId="{95E1D510-4608-4BFE-B13E-91D1351F3FD6}" dt="2026-04-20T09:05:53.815" v="27" actId="1076"/>
          <ac:picMkLst>
            <pc:docMk/>
            <pc:sldMk cId="0" sldId="303"/>
            <ac:picMk id="1028" creationId="{0366FC9C-16EB-4BBC-9F0D-48FB0D06E96B}"/>
          </ac:picMkLst>
        </pc:picChg>
      </pc:sldChg>
      <pc:sldChg chg="del">
        <pc:chgData name="姓名" userId="d11ad20e-7777-4337-9270-c2786f64c2fe" providerId="ADAL" clId="{95E1D510-4608-4BFE-B13E-91D1351F3FD6}" dt="2026-04-20T09:11:31.682" v="31" actId="47"/>
        <pc:sldMkLst>
          <pc:docMk/>
          <pc:sldMk cId="1761217688" sldId="3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7B88F-142E-4A63-97A3-40B4A99D706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413AE-B77F-4D99-8041-2D64734DD0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79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（无图使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/private/var/folders/y7/h6w495wd7377ln3vpjc8pym80000gn/T/com.kingsoft.wpsoffice.mac/photoedit2/20220624174016/temp.pngtemp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-65314"/>
            <a:ext cx="12192000" cy="6923314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531273" y="1514898"/>
            <a:ext cx="7224995" cy="712054"/>
          </a:xfrm>
        </p:spPr>
        <p:txBody>
          <a:bodyPr anchor="b">
            <a:noAutofit/>
          </a:bodyPr>
          <a:lstStyle>
            <a:lvl1pPr algn="l">
              <a:defRPr sz="4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国防科技大学幻灯片标题</a:t>
            </a:r>
          </a:p>
        </p:txBody>
      </p:sp>
      <p:sp>
        <p:nvSpPr>
          <p:cNvPr id="1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31273" y="2437016"/>
            <a:ext cx="4049089" cy="577458"/>
          </a:xfrm>
        </p:spPr>
        <p:txBody>
          <a:bodyPr>
            <a:normAutofit/>
          </a:bodyPr>
          <a:lstStyle>
            <a:lvl1pPr marL="0" indent="0" algn="l">
              <a:buNone/>
              <a:defRPr sz="3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副标题编辑区域位置</a:t>
            </a:r>
          </a:p>
        </p:txBody>
      </p:sp>
      <p:sp>
        <p:nvSpPr>
          <p:cNvPr id="12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531273" y="5953479"/>
            <a:ext cx="2187632" cy="308529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（有图使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/private/var/folders/y7/h6w495wd7377ln3vpjc8pym80000gn/T/com.kingsoft.wpsoffice.mac/photoedit2/20220624174226/temp.pngtemp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12192001" cy="6854825"/>
          </a:xfrm>
          <a:prstGeom prst="rect">
            <a:avLst/>
          </a:pr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677332"/>
            <a:ext cx="12192000" cy="414302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</p:nvPr>
        </p:nvSpPr>
        <p:spPr>
          <a:xfrm>
            <a:off x="547602" y="5201096"/>
            <a:ext cx="5706242" cy="712054"/>
          </a:xfrm>
        </p:spPr>
        <p:txBody>
          <a:bodyPr anchor="b">
            <a:noAutofit/>
          </a:bodyPr>
          <a:lstStyle>
            <a:lvl1pPr algn="l">
              <a:defRPr sz="3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国防科技大学幻灯片标题</a:t>
            </a:r>
          </a:p>
        </p:txBody>
      </p:sp>
      <p:sp>
        <p:nvSpPr>
          <p:cNvPr id="1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47602" y="5968726"/>
            <a:ext cx="3477391" cy="51371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副标题编辑区域位置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private/var/folders/y7/h6w495wd7377ln3vpjc8pym80000gn/T/com.kingsoft.wpsoffice.mac/photoedit2/20220624174253/temp.pngtemp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-317"/>
            <a:ext cx="12192000" cy="1353185"/>
          </a:xfrm>
          <a:prstGeom prst="rect">
            <a:avLst/>
          </a:prstGeom>
        </p:spPr>
      </p:pic>
      <p:sp>
        <p:nvSpPr>
          <p:cNvPr id="8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539296" y="360363"/>
            <a:ext cx="4130675" cy="706214"/>
          </a:xfrm>
        </p:spPr>
        <p:txBody>
          <a:bodyPr>
            <a:normAutofit/>
          </a:bodyPr>
          <a:lstStyle>
            <a:lvl1pPr marL="0" indent="0">
              <a:buNone/>
              <a:defRPr sz="3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539296" y="2845253"/>
            <a:ext cx="962932" cy="583747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0" name="文本占位符 16"/>
          <p:cNvSpPr>
            <a:spLocks noGrp="1"/>
          </p:cNvSpPr>
          <p:nvPr>
            <p:ph type="body" sz="quarter" idx="12" hasCustomPrompt="1"/>
          </p:nvPr>
        </p:nvSpPr>
        <p:spPr>
          <a:xfrm>
            <a:off x="539296" y="3590125"/>
            <a:ext cx="2529454" cy="287911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标题编辑区域位置</a:t>
            </a:r>
          </a:p>
        </p:txBody>
      </p:sp>
      <p:sp>
        <p:nvSpPr>
          <p:cNvPr id="11" name="文本占位符 18"/>
          <p:cNvSpPr>
            <a:spLocks noGrp="1"/>
          </p:cNvSpPr>
          <p:nvPr>
            <p:ph type="body" sz="quarter" idx="13" hasCustomPrompt="1"/>
          </p:nvPr>
        </p:nvSpPr>
        <p:spPr>
          <a:xfrm>
            <a:off x="539115" y="3954780"/>
            <a:ext cx="2252980" cy="55181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300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目录文本 </a:t>
            </a:r>
            <a:r>
              <a:rPr lang="en-US" altLang="zh-CN" dirty="0"/>
              <a:t>1-01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目录文本 </a:t>
            </a:r>
            <a:r>
              <a:rPr lang="en-US" altLang="zh-CN" dirty="0"/>
              <a:t>1-02</a:t>
            </a:r>
            <a:endParaRPr lang="zh-CN" altLang="en-US" dirty="0"/>
          </a:p>
        </p:txBody>
      </p:sp>
      <p:sp>
        <p:nvSpPr>
          <p:cNvPr id="21" name="文本占位符 14"/>
          <p:cNvSpPr>
            <a:spLocks noGrp="1"/>
          </p:cNvSpPr>
          <p:nvPr>
            <p:ph type="body" sz="quarter" idx="14" hasCustomPrompt="1"/>
          </p:nvPr>
        </p:nvSpPr>
        <p:spPr>
          <a:xfrm>
            <a:off x="3492046" y="2845253"/>
            <a:ext cx="962932" cy="583747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22" name="文本占位符 16"/>
          <p:cNvSpPr>
            <a:spLocks noGrp="1"/>
          </p:cNvSpPr>
          <p:nvPr>
            <p:ph type="body" sz="quarter" idx="15" hasCustomPrompt="1"/>
          </p:nvPr>
        </p:nvSpPr>
        <p:spPr>
          <a:xfrm>
            <a:off x="3492046" y="3590125"/>
            <a:ext cx="2529454" cy="287911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标题编辑区域位置</a:t>
            </a:r>
          </a:p>
        </p:txBody>
      </p:sp>
      <p:sp>
        <p:nvSpPr>
          <p:cNvPr id="23" name="文本占位符 18"/>
          <p:cNvSpPr>
            <a:spLocks noGrp="1"/>
          </p:cNvSpPr>
          <p:nvPr>
            <p:ph type="body" sz="quarter" idx="16" hasCustomPrompt="1"/>
          </p:nvPr>
        </p:nvSpPr>
        <p:spPr>
          <a:xfrm>
            <a:off x="3492046" y="3954959"/>
            <a:ext cx="2252889" cy="55172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300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目录文本 </a:t>
            </a:r>
            <a:r>
              <a:rPr lang="en-US" altLang="zh-CN" dirty="0"/>
              <a:t>2-01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目录文本 </a:t>
            </a:r>
            <a:r>
              <a:rPr lang="en-US" altLang="zh-CN" dirty="0"/>
              <a:t>2-02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24" name="文本占位符 14"/>
          <p:cNvSpPr>
            <a:spLocks noGrp="1"/>
          </p:cNvSpPr>
          <p:nvPr>
            <p:ph type="body" sz="quarter" idx="17" hasCustomPrompt="1"/>
          </p:nvPr>
        </p:nvSpPr>
        <p:spPr>
          <a:xfrm>
            <a:off x="6444796" y="2845253"/>
            <a:ext cx="962932" cy="583747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5" name="文本占位符 16"/>
          <p:cNvSpPr>
            <a:spLocks noGrp="1"/>
          </p:cNvSpPr>
          <p:nvPr>
            <p:ph type="body" sz="quarter" idx="18" hasCustomPrompt="1"/>
          </p:nvPr>
        </p:nvSpPr>
        <p:spPr>
          <a:xfrm>
            <a:off x="6444796" y="3590125"/>
            <a:ext cx="2529454" cy="287911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标题编辑区域位置</a:t>
            </a:r>
          </a:p>
        </p:txBody>
      </p:sp>
      <p:sp>
        <p:nvSpPr>
          <p:cNvPr id="26" name="文本占位符 18"/>
          <p:cNvSpPr>
            <a:spLocks noGrp="1"/>
          </p:cNvSpPr>
          <p:nvPr>
            <p:ph type="body" sz="quarter" idx="19" hasCustomPrompt="1"/>
          </p:nvPr>
        </p:nvSpPr>
        <p:spPr>
          <a:xfrm>
            <a:off x="6444796" y="3954959"/>
            <a:ext cx="2252889" cy="55172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300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目录文本 </a:t>
            </a:r>
            <a:r>
              <a:rPr lang="en-US" altLang="zh-CN" dirty="0"/>
              <a:t>3-01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目录文本 </a:t>
            </a:r>
            <a:r>
              <a:rPr lang="en-US" altLang="zh-CN" dirty="0"/>
              <a:t>3-02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27" name="文本占位符 14"/>
          <p:cNvSpPr>
            <a:spLocks noGrp="1"/>
          </p:cNvSpPr>
          <p:nvPr>
            <p:ph type="body" sz="quarter" idx="20" hasCustomPrompt="1"/>
          </p:nvPr>
        </p:nvSpPr>
        <p:spPr>
          <a:xfrm>
            <a:off x="9397546" y="2845253"/>
            <a:ext cx="962932" cy="583747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8" name="文本占位符 16"/>
          <p:cNvSpPr>
            <a:spLocks noGrp="1"/>
          </p:cNvSpPr>
          <p:nvPr>
            <p:ph type="body" sz="quarter" idx="21" hasCustomPrompt="1"/>
          </p:nvPr>
        </p:nvSpPr>
        <p:spPr>
          <a:xfrm>
            <a:off x="9397546" y="3590125"/>
            <a:ext cx="2529454" cy="287911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标题编辑区域位置</a:t>
            </a:r>
          </a:p>
        </p:txBody>
      </p:sp>
      <p:sp>
        <p:nvSpPr>
          <p:cNvPr id="29" name="文本占位符 18"/>
          <p:cNvSpPr>
            <a:spLocks noGrp="1"/>
          </p:cNvSpPr>
          <p:nvPr>
            <p:ph type="body" sz="quarter" idx="22" hasCustomPrompt="1"/>
          </p:nvPr>
        </p:nvSpPr>
        <p:spPr>
          <a:xfrm>
            <a:off x="9397546" y="3954959"/>
            <a:ext cx="2252889" cy="55172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300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目录文本 </a:t>
            </a:r>
            <a:r>
              <a:rPr lang="en-US" altLang="zh-CN" dirty="0"/>
              <a:t>4-01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目录文本 </a:t>
            </a:r>
            <a:r>
              <a:rPr lang="en-US" altLang="zh-CN" dirty="0"/>
              <a:t>4-02</a:t>
            </a:r>
            <a:endParaRPr lang="zh-CN" altLang="en-US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/private/var/folders/y7/h6w495wd7377ln3vpjc8pym80000gn/T/com.kingsoft.wpsoffice.mac/photoedit2/20220624174016/temp.pngtemp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-65314"/>
            <a:ext cx="12192000" cy="6923314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ctrTitle" hasCustomPrompt="1"/>
          </p:nvPr>
        </p:nvSpPr>
        <p:spPr>
          <a:xfrm>
            <a:off x="522911" y="3148369"/>
            <a:ext cx="4555274" cy="712054"/>
          </a:xfrm>
        </p:spPr>
        <p:txBody>
          <a:bodyPr anchor="b">
            <a:noAutofit/>
          </a:bodyPr>
          <a:lstStyle>
            <a:lvl1pPr algn="l">
              <a:defRPr sz="3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大标题编辑区域位置</a:t>
            </a:r>
          </a:p>
        </p:txBody>
      </p:sp>
      <p:sp>
        <p:nvSpPr>
          <p:cNvPr id="7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22911" y="3877375"/>
            <a:ext cx="4049089" cy="664469"/>
          </a:xfrm>
        </p:spPr>
        <p:txBody>
          <a:bodyPr>
            <a:normAutofit/>
          </a:bodyPr>
          <a:lstStyle>
            <a:lvl1pPr marL="0" indent="0" algn="l">
              <a:buNone/>
              <a:defRPr sz="2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副标题编辑区域位置</a:t>
            </a:r>
          </a:p>
        </p:txBody>
      </p:sp>
      <p:sp>
        <p:nvSpPr>
          <p:cNvPr id="9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522911" y="2190683"/>
            <a:ext cx="3314247" cy="699474"/>
          </a:xfrm>
        </p:spPr>
        <p:txBody>
          <a:bodyPr>
            <a:no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PART 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单图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/private/var/folders/y7/h6w495wd7377ln3vpjc8pym80000gn/T/com.kingsoft.wpsoffice.mac/photoedit2/20220624174522/temp.pngtemp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6632258"/>
            <a:ext cx="12192000" cy="225425"/>
          </a:xfrm>
          <a:prstGeom prst="rect">
            <a:avLst/>
          </a:prstGeom>
        </p:spPr>
      </p:pic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97600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78355" y="4401606"/>
            <a:ext cx="2632236" cy="835414"/>
          </a:xfrm>
        </p:spPr>
        <p:txBody>
          <a:bodyPr/>
          <a:lstStyle>
            <a:lvl1pPr marL="0" indent="0">
              <a:lnSpc>
                <a:spcPts val="2500"/>
              </a:lnSpc>
              <a:buNone/>
              <a:defRPr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大标题编辑</a:t>
            </a:r>
            <a:endParaRPr lang="en-US" altLang="zh-CN" dirty="0"/>
          </a:p>
          <a:p>
            <a:pPr lvl="0"/>
            <a:r>
              <a:rPr lang="zh-CN" altLang="en-US" dirty="0"/>
              <a:t>区域位置</a:t>
            </a:r>
          </a:p>
        </p:txBody>
      </p:sp>
      <p:sp>
        <p:nvSpPr>
          <p:cNvPr id="12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278355" y="5277290"/>
            <a:ext cx="2881224" cy="361008"/>
          </a:xfrm>
        </p:spPr>
        <p:txBody>
          <a:bodyPr>
            <a:normAutofit/>
          </a:bodyPr>
          <a:lstStyle>
            <a:lvl1pPr marL="0" indent="0">
              <a:buNone/>
              <a:defRPr sz="190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正文副标题标题文字区域</a:t>
            </a:r>
          </a:p>
        </p:txBody>
      </p:sp>
      <p:sp>
        <p:nvSpPr>
          <p:cNvPr id="13" name="文本占位符 17"/>
          <p:cNvSpPr>
            <a:spLocks noGrp="1"/>
          </p:cNvSpPr>
          <p:nvPr>
            <p:ph type="body" sz="quarter" idx="13" hasCustomPrompt="1"/>
          </p:nvPr>
        </p:nvSpPr>
        <p:spPr>
          <a:xfrm>
            <a:off x="3714155" y="4352287"/>
            <a:ext cx="3659233" cy="198301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</p:txBody>
      </p:sp>
      <p:sp>
        <p:nvSpPr>
          <p:cNvPr id="14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7770444" y="4352287"/>
            <a:ext cx="3617992" cy="198301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10931237" y="6658281"/>
            <a:ext cx="1105592" cy="199719"/>
          </a:xfrm>
        </p:spPr>
        <p:txBody>
          <a:bodyPr>
            <a:normAutofit/>
          </a:bodyPr>
          <a:lstStyle>
            <a:lvl1pPr marL="0" indent="0">
              <a:buNone/>
              <a:defRPr sz="8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多图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private/var/folders/y7/h6w495wd7377ln3vpjc8pym80000gn/T/com.kingsoft.wpsoffice.mac/photoedit2/20220624174522/temp.pngtemp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6632258"/>
            <a:ext cx="12192000" cy="225425"/>
          </a:xfrm>
          <a:prstGeom prst="rect">
            <a:avLst/>
          </a:prstGeom>
        </p:spPr>
      </p:pic>
      <p:sp>
        <p:nvSpPr>
          <p:cNvPr id="23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10931237" y="6658281"/>
            <a:ext cx="1105592" cy="199719"/>
          </a:xfrm>
        </p:spPr>
        <p:txBody>
          <a:bodyPr>
            <a:normAutofit/>
          </a:bodyPr>
          <a:lstStyle>
            <a:lvl1pPr marL="0" indent="0">
              <a:buNone/>
              <a:defRPr sz="8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59683" y="1828799"/>
            <a:ext cx="3600450" cy="22129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1"/>
          </p:nvPr>
        </p:nvSpPr>
        <p:spPr>
          <a:xfrm>
            <a:off x="4250985" y="1828798"/>
            <a:ext cx="3600450" cy="22129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2"/>
          </p:nvPr>
        </p:nvSpPr>
        <p:spPr>
          <a:xfrm>
            <a:off x="8142287" y="1828797"/>
            <a:ext cx="3600450" cy="22129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标题 1"/>
          <p:cNvSpPr>
            <a:spLocks noGrp="1"/>
          </p:cNvSpPr>
          <p:nvPr>
            <p:ph type="ctrTitle" hasCustomPrompt="1"/>
          </p:nvPr>
        </p:nvSpPr>
        <p:spPr>
          <a:xfrm>
            <a:off x="359683" y="408212"/>
            <a:ext cx="3690030" cy="506187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正文标题文字区域</a:t>
            </a:r>
          </a:p>
        </p:txBody>
      </p:sp>
      <p:sp>
        <p:nvSpPr>
          <p:cNvPr id="12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9683" y="938890"/>
            <a:ext cx="3285755" cy="38372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34343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正文副标题标题文字区域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359683" y="4344082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7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59683" y="4752296"/>
            <a:ext cx="3380490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</p:txBody>
      </p:sp>
      <p:sp>
        <p:nvSpPr>
          <p:cNvPr id="18" name="文本占位符 15"/>
          <p:cNvSpPr>
            <a:spLocks noGrp="1"/>
          </p:cNvSpPr>
          <p:nvPr>
            <p:ph type="body" sz="quarter" idx="15" hasCustomPrompt="1"/>
          </p:nvPr>
        </p:nvSpPr>
        <p:spPr>
          <a:xfrm>
            <a:off x="4250985" y="4360521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9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4250985" y="4768735"/>
            <a:ext cx="3380490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</p:txBody>
      </p:sp>
      <p:sp>
        <p:nvSpPr>
          <p:cNvPr id="20" name="文本占位符 15"/>
          <p:cNvSpPr>
            <a:spLocks noGrp="1"/>
          </p:cNvSpPr>
          <p:nvPr>
            <p:ph type="body" sz="quarter" idx="17" hasCustomPrompt="1"/>
          </p:nvPr>
        </p:nvSpPr>
        <p:spPr>
          <a:xfrm>
            <a:off x="8142287" y="4360521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21" name="文本占位符 17"/>
          <p:cNvSpPr>
            <a:spLocks noGrp="1"/>
          </p:cNvSpPr>
          <p:nvPr>
            <p:ph type="body" sz="quarter" idx="18" hasCustomPrompt="1"/>
          </p:nvPr>
        </p:nvSpPr>
        <p:spPr>
          <a:xfrm>
            <a:off x="8142287" y="4768735"/>
            <a:ext cx="3380490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图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private/var/folders/y7/h6w495wd7377ln3vpjc8pym80000gn/T/com.kingsoft.wpsoffice.mac/photoedit2/20220624174522/temp.pngtemp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6632258"/>
            <a:ext cx="12192000" cy="225425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359683" y="408212"/>
            <a:ext cx="3690030" cy="506187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正文标题文字区域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9683" y="938890"/>
            <a:ext cx="3285755" cy="38372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34343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正文副标题标题文字区域</a:t>
            </a:r>
          </a:p>
        </p:txBody>
      </p:sp>
      <p:sp>
        <p:nvSpPr>
          <p:cNvPr id="9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837918" y="2402550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0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5837918" y="2821102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</p:txBody>
      </p:sp>
      <p:sp>
        <p:nvSpPr>
          <p:cNvPr id="11" name="文本占位符 15"/>
          <p:cNvSpPr>
            <a:spLocks noGrp="1"/>
          </p:cNvSpPr>
          <p:nvPr>
            <p:ph type="body" sz="quarter" idx="15" hasCustomPrompt="1"/>
          </p:nvPr>
        </p:nvSpPr>
        <p:spPr>
          <a:xfrm>
            <a:off x="5837918" y="4214417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37918" y="4632969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</p:txBody>
      </p:sp>
      <p:sp>
        <p:nvSpPr>
          <p:cNvPr id="14" name="图表占位符 13"/>
          <p:cNvSpPr>
            <a:spLocks noGrp="1"/>
          </p:cNvSpPr>
          <p:nvPr>
            <p:ph type="chart" sz="quarter" idx="17"/>
          </p:nvPr>
        </p:nvSpPr>
        <p:spPr>
          <a:xfrm>
            <a:off x="359683" y="1938338"/>
            <a:ext cx="5033055" cy="389409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10931237" y="6658281"/>
            <a:ext cx="1105592" cy="199719"/>
          </a:xfrm>
        </p:spPr>
        <p:txBody>
          <a:bodyPr>
            <a:normAutofit/>
          </a:bodyPr>
          <a:lstStyle>
            <a:lvl1pPr marL="0" indent="0">
              <a:buNone/>
              <a:defRPr sz="8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无图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private/var/folders/y7/h6w495wd7377ln3vpjc8pym80000gn/T/com.kingsoft.wpsoffice.mac/photoedit2/20220624174522/temp.pngtemp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6632258"/>
            <a:ext cx="12192000" cy="225425"/>
          </a:xfrm>
          <a:prstGeom prst="rect">
            <a:avLst/>
          </a:prstGeom>
        </p:spPr>
      </p:pic>
      <p:sp>
        <p:nvSpPr>
          <p:cNvPr id="18" name="文本占位符 23"/>
          <p:cNvSpPr>
            <a:spLocks noGrp="1"/>
          </p:cNvSpPr>
          <p:nvPr>
            <p:ph type="body" sz="quarter" idx="21" hasCustomPrompt="1"/>
          </p:nvPr>
        </p:nvSpPr>
        <p:spPr>
          <a:xfrm>
            <a:off x="10931237" y="6658281"/>
            <a:ext cx="1105592" cy="199719"/>
          </a:xfrm>
        </p:spPr>
        <p:txBody>
          <a:bodyPr>
            <a:normAutofit/>
          </a:bodyPr>
          <a:lstStyle>
            <a:lvl1pPr marL="0" indent="0">
              <a:buNone/>
              <a:defRPr sz="8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359683" y="408212"/>
            <a:ext cx="3690030" cy="506187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正文标题文字区域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9683" y="938890"/>
            <a:ext cx="3285755" cy="38372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34343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正文副标题标题文字区域</a:t>
            </a:r>
          </a:p>
        </p:txBody>
      </p:sp>
      <p:sp>
        <p:nvSpPr>
          <p:cNvPr id="9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359683" y="2270348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0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59683" y="2688900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</p:txBody>
      </p:sp>
      <p:sp>
        <p:nvSpPr>
          <p:cNvPr id="11" name="文本占位符 15"/>
          <p:cNvSpPr>
            <a:spLocks noGrp="1"/>
          </p:cNvSpPr>
          <p:nvPr>
            <p:ph type="body" sz="quarter" idx="15" hasCustomPrompt="1"/>
          </p:nvPr>
        </p:nvSpPr>
        <p:spPr>
          <a:xfrm>
            <a:off x="6275841" y="2270348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6275841" y="2688900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</p:txBody>
      </p:sp>
      <p:sp>
        <p:nvSpPr>
          <p:cNvPr id="13" name="文本占位符 15"/>
          <p:cNvSpPr>
            <a:spLocks noGrp="1"/>
          </p:cNvSpPr>
          <p:nvPr>
            <p:ph type="body" sz="quarter" idx="17" hasCustomPrompt="1"/>
          </p:nvPr>
        </p:nvSpPr>
        <p:spPr>
          <a:xfrm>
            <a:off x="359683" y="4443216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4" name="文本占位符 17"/>
          <p:cNvSpPr>
            <a:spLocks noGrp="1"/>
          </p:cNvSpPr>
          <p:nvPr>
            <p:ph type="body" sz="quarter" idx="18" hasCustomPrompt="1"/>
          </p:nvPr>
        </p:nvSpPr>
        <p:spPr>
          <a:xfrm>
            <a:off x="359683" y="4861768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</p:txBody>
      </p:sp>
      <p:sp>
        <p:nvSpPr>
          <p:cNvPr id="15" name="文本占位符 15"/>
          <p:cNvSpPr>
            <a:spLocks noGrp="1"/>
          </p:cNvSpPr>
          <p:nvPr>
            <p:ph type="body" sz="quarter" idx="19" hasCustomPrompt="1"/>
          </p:nvPr>
        </p:nvSpPr>
        <p:spPr>
          <a:xfrm>
            <a:off x="6275841" y="4421412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20" hasCustomPrompt="1"/>
          </p:nvPr>
        </p:nvSpPr>
        <p:spPr>
          <a:xfrm>
            <a:off x="6275841" y="4839964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/private/var/folders/y7/h6w495wd7377ln3vpjc8pym80000gn/T/com.kingsoft.wpsoffice.mac/photoedit2/20220624174016/temp.pngtemp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-65314"/>
            <a:ext cx="12192000" cy="6923314"/>
          </a:xfrm>
          <a:prstGeom prst="rect">
            <a:avLst/>
          </a:prstGeom>
        </p:spPr>
      </p:pic>
      <p:sp>
        <p:nvSpPr>
          <p:cNvPr id="7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557715" y="2117992"/>
            <a:ext cx="4953007" cy="878595"/>
          </a:xfrm>
        </p:spPr>
        <p:txBody>
          <a:bodyPr>
            <a:noAutofit/>
          </a:bodyPr>
          <a:lstStyle>
            <a:lvl1pPr marL="0" indent="0">
              <a:buNone/>
              <a:defRPr sz="7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THANKS!</a:t>
            </a:r>
            <a:endParaRPr lang="zh-CN" altLang="en-US" dirty="0"/>
          </a:p>
        </p:txBody>
      </p:sp>
      <p:sp>
        <p:nvSpPr>
          <p:cNvPr id="8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557715" y="5930649"/>
            <a:ext cx="2507264" cy="3269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87CE-677A-456F-972F-4FF33F1E0E1F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8B37E-2574-48D0-8433-B04F41D3F6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0A4BC-35B1-438E-9152-446B9BB83C9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CF135-FC0C-49BA-A035-6C77D03181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F6CF6-FCBD-49FC-96E5-C6C77BCF249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500256"/>
            <a:ext cx="5064122" cy="558523"/>
            <a:chOff x="0" y="500256"/>
            <a:chExt cx="5064122" cy="558523"/>
          </a:xfrm>
        </p:grpSpPr>
        <p:sp>
          <p:nvSpPr>
            <p:cNvPr id="3" name="等腰三角形 2"/>
            <p:cNvSpPr/>
            <p:nvPr/>
          </p:nvSpPr>
          <p:spPr>
            <a:xfrm rot="5400000">
              <a:off x="-38501" y="539015"/>
              <a:ext cx="558265" cy="481263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70584" y="500256"/>
              <a:ext cx="44935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商品化没有减弱，而是扩展</a:t>
              </a:r>
              <a:endPara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ext 2">
            <a:extLst>
              <a:ext uri="{FF2B5EF4-FFF2-40B4-BE49-F238E27FC236}">
                <a16:creationId xmlns:a16="http://schemas.microsoft.com/office/drawing/2014/main" id="{2C3589EA-F364-E625-5460-438460F0FFF7}"/>
              </a:ext>
            </a:extLst>
          </p:cNvPr>
          <p:cNvSpPr/>
          <p:nvPr/>
        </p:nvSpPr>
        <p:spPr>
          <a:xfrm>
            <a:off x="365649" y="1145540"/>
            <a:ext cx="11507585" cy="4475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4444"/>
                </a:solidFill>
              </a:rPr>
              <a:t>从数据 → 模型能力 → 知识生产的商品化升级</a:t>
            </a:r>
            <a:endParaRPr lang="en-US" sz="12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BDB01581-5DAC-2D84-CE99-99FC9A24A966}"/>
              </a:ext>
            </a:extLst>
          </p:cNvPr>
          <p:cNvSpPr/>
          <p:nvPr/>
        </p:nvSpPr>
        <p:spPr>
          <a:xfrm>
            <a:off x="365649" y="1529126"/>
            <a:ext cx="3580138" cy="2940827"/>
          </a:xfrm>
          <a:prstGeom prst="roundRect">
            <a:avLst>
              <a:gd name="adj" fmla="val 2174"/>
            </a:avLst>
          </a:prstGeom>
          <a:solidFill>
            <a:srgbClr val="F4F9F5"/>
          </a:solidFill>
          <a:ln w="15240">
            <a:solidFill>
              <a:srgbClr val="78A2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75166EC6-F04F-E949-2880-3C67EC63D6A8}"/>
              </a:ext>
            </a:extLst>
          </p:cNvPr>
          <p:cNvSpPr/>
          <p:nvPr/>
        </p:nvSpPr>
        <p:spPr>
          <a:xfrm>
            <a:off x="557442" y="1656988"/>
            <a:ext cx="447517" cy="447517"/>
          </a:xfrm>
          <a:prstGeom prst="ellipse">
            <a:avLst/>
          </a:prstGeom>
          <a:solidFill>
            <a:srgbClr val="78A22D"/>
          </a:solidFill>
          <a:ln w="12700">
            <a:solidFill>
              <a:srgbClr val="78A22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FD89E995-4D20-91A9-7AB2-158AC6B92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14" y="1682561"/>
            <a:ext cx="396372" cy="396372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79BEBD4E-844E-524C-419F-5A55262891F6}"/>
              </a:ext>
            </a:extLst>
          </p:cNvPr>
          <p:cNvSpPr/>
          <p:nvPr/>
        </p:nvSpPr>
        <p:spPr>
          <a:xfrm>
            <a:off x="1068890" y="1656988"/>
            <a:ext cx="2685103" cy="51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8A22D"/>
                </a:solidFill>
              </a:rPr>
              <a:t>数据</a:t>
            </a:r>
            <a:endParaRPr lang="en-US" sz="14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5AF186C1-64B7-311D-6E54-25F54A1EF073}"/>
              </a:ext>
            </a:extLst>
          </p:cNvPr>
          <p:cNvSpPr/>
          <p:nvPr/>
        </p:nvSpPr>
        <p:spPr>
          <a:xfrm>
            <a:off x="557442" y="3766712"/>
            <a:ext cx="3196551" cy="51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</a:rPr>
              <a:t>数据从副产物变为核心资产</a:t>
            </a:r>
            <a:endParaRPr lang="en-US" sz="12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8DAE6B0C-7339-87B4-3B35-70325E5A46A6}"/>
              </a:ext>
            </a:extLst>
          </p:cNvPr>
          <p:cNvSpPr/>
          <p:nvPr/>
        </p:nvSpPr>
        <p:spPr>
          <a:xfrm>
            <a:off x="557442" y="4214229"/>
            <a:ext cx="3196551" cy="383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</a:rPr>
              <a:t>可采集｜可计量｜可交易</a:t>
            </a:r>
            <a:endParaRPr lang="en-US" sz="80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20E8BAA3-A851-8DB0-2939-1CD841C01EB4}"/>
              </a:ext>
            </a:extLst>
          </p:cNvPr>
          <p:cNvSpPr/>
          <p:nvPr/>
        </p:nvSpPr>
        <p:spPr>
          <a:xfrm>
            <a:off x="4329373" y="1529126"/>
            <a:ext cx="3580138" cy="2940827"/>
          </a:xfrm>
          <a:prstGeom prst="roundRect">
            <a:avLst>
              <a:gd name="adj" fmla="val 2174"/>
            </a:avLst>
          </a:prstGeom>
          <a:solidFill>
            <a:srgbClr val="F2F7FC"/>
          </a:solidFill>
          <a:ln w="15240">
            <a:solidFill>
              <a:srgbClr val="008E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7FF95F8F-227C-BAAD-DC87-AA28C25224AE}"/>
              </a:ext>
            </a:extLst>
          </p:cNvPr>
          <p:cNvSpPr/>
          <p:nvPr/>
        </p:nvSpPr>
        <p:spPr>
          <a:xfrm>
            <a:off x="4521166" y="1656988"/>
            <a:ext cx="447517" cy="447517"/>
          </a:xfrm>
          <a:prstGeom prst="ellipse">
            <a:avLst/>
          </a:prstGeom>
          <a:solidFill>
            <a:srgbClr val="008ECF"/>
          </a:solidFill>
          <a:ln w="12700">
            <a:solidFill>
              <a:srgbClr val="008EC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B2D5C9A2-7D85-8ECA-FCA7-01CF09465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738" y="1682561"/>
            <a:ext cx="396372" cy="396372"/>
          </a:xfrm>
          <a:prstGeom prst="rect">
            <a:avLst/>
          </a:prstGeom>
        </p:spPr>
      </p:pic>
      <p:sp>
        <p:nvSpPr>
          <p:cNvPr id="38" name="Text 10">
            <a:extLst>
              <a:ext uri="{FF2B5EF4-FFF2-40B4-BE49-F238E27FC236}">
                <a16:creationId xmlns:a16="http://schemas.microsoft.com/office/drawing/2014/main" id="{9ED9F67F-A831-DEC2-248F-15B7AC754CD1}"/>
              </a:ext>
            </a:extLst>
          </p:cNvPr>
          <p:cNvSpPr/>
          <p:nvPr/>
        </p:nvSpPr>
        <p:spPr>
          <a:xfrm>
            <a:off x="5032614" y="1656988"/>
            <a:ext cx="2685103" cy="51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8ECF"/>
                </a:solidFill>
              </a:rPr>
              <a:t>模型能力（API）</a:t>
            </a:r>
            <a:endParaRPr lang="en-US" sz="1400" dirty="0"/>
          </a:p>
        </p:txBody>
      </p:sp>
      <p:pic>
        <p:nvPicPr>
          <p:cNvPr id="39" name="Image 3" descr="/home/oai/share/85516ea2-f0de-4232-b0c6-4603cf2a970a.png">
            <a:extLst>
              <a:ext uri="{FF2B5EF4-FFF2-40B4-BE49-F238E27FC236}">
                <a16:creationId xmlns:a16="http://schemas.microsoft.com/office/drawing/2014/main" id="{36282B35-3D14-8473-7B84-C0BBEAD586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1166" y="2232368"/>
            <a:ext cx="3196551" cy="1406483"/>
          </a:xfrm>
          <a:prstGeom prst="rect">
            <a:avLst/>
          </a:prstGeom>
        </p:spPr>
      </p:pic>
      <p:sp>
        <p:nvSpPr>
          <p:cNvPr id="41" name="Text 11">
            <a:extLst>
              <a:ext uri="{FF2B5EF4-FFF2-40B4-BE49-F238E27FC236}">
                <a16:creationId xmlns:a16="http://schemas.microsoft.com/office/drawing/2014/main" id="{1F6FFA07-E1CF-C6AC-E6D9-7ECE87205FB5}"/>
              </a:ext>
            </a:extLst>
          </p:cNvPr>
          <p:cNvSpPr/>
          <p:nvPr/>
        </p:nvSpPr>
        <p:spPr>
          <a:xfrm>
            <a:off x="4521166" y="3766712"/>
            <a:ext cx="3196551" cy="51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</a:rPr>
              <a:t>AI能力被封装为可调用服务</a:t>
            </a:r>
            <a:endParaRPr lang="en-US" sz="12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4E996BDE-9268-9704-797C-90C795C4031E}"/>
              </a:ext>
            </a:extLst>
          </p:cNvPr>
          <p:cNvSpPr/>
          <p:nvPr/>
        </p:nvSpPr>
        <p:spPr>
          <a:xfrm>
            <a:off x="4521166" y="4214229"/>
            <a:ext cx="3196551" cy="383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</a:rPr>
              <a:t>按调用付费（Token / API）</a:t>
            </a:r>
            <a:endParaRPr lang="en-US" sz="8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DCD7CBCF-DCF7-6291-339A-B793B9932202}"/>
              </a:ext>
            </a:extLst>
          </p:cNvPr>
          <p:cNvSpPr/>
          <p:nvPr/>
        </p:nvSpPr>
        <p:spPr>
          <a:xfrm>
            <a:off x="8293096" y="1529126"/>
            <a:ext cx="3580138" cy="2940827"/>
          </a:xfrm>
          <a:prstGeom prst="roundRect">
            <a:avLst>
              <a:gd name="adj" fmla="val 2174"/>
            </a:avLst>
          </a:prstGeom>
          <a:solidFill>
            <a:srgbClr val="FFF6EE"/>
          </a:solidFill>
          <a:ln w="15240">
            <a:solidFill>
              <a:srgbClr val="E58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E3E65920-7C82-952A-854E-06846468CD59}"/>
              </a:ext>
            </a:extLst>
          </p:cNvPr>
          <p:cNvSpPr/>
          <p:nvPr/>
        </p:nvSpPr>
        <p:spPr>
          <a:xfrm>
            <a:off x="8484889" y="1656988"/>
            <a:ext cx="447517" cy="447517"/>
          </a:xfrm>
          <a:prstGeom prst="ellipse">
            <a:avLst/>
          </a:prstGeom>
          <a:solidFill>
            <a:srgbClr val="E58A00"/>
          </a:solidFill>
          <a:ln w="12700">
            <a:solidFill>
              <a:srgbClr val="E58A0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0" name="Image 4" descr="preencoded.png">
            <a:extLst>
              <a:ext uri="{FF2B5EF4-FFF2-40B4-BE49-F238E27FC236}">
                <a16:creationId xmlns:a16="http://schemas.microsoft.com/office/drawing/2014/main" id="{93444943-982F-0380-BD5E-A920BAC98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462" y="1682561"/>
            <a:ext cx="396372" cy="396372"/>
          </a:xfrm>
          <a:prstGeom prst="rect">
            <a:avLst/>
          </a:prstGeom>
        </p:spPr>
      </p:pic>
      <p:sp>
        <p:nvSpPr>
          <p:cNvPr id="51" name="Text 15">
            <a:extLst>
              <a:ext uri="{FF2B5EF4-FFF2-40B4-BE49-F238E27FC236}">
                <a16:creationId xmlns:a16="http://schemas.microsoft.com/office/drawing/2014/main" id="{0EA5305B-BB26-EAA8-A0E7-AD606161483E}"/>
              </a:ext>
            </a:extLst>
          </p:cNvPr>
          <p:cNvSpPr/>
          <p:nvPr/>
        </p:nvSpPr>
        <p:spPr>
          <a:xfrm>
            <a:off x="8996338" y="1656988"/>
            <a:ext cx="2685103" cy="51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8A00"/>
                </a:solidFill>
              </a:rPr>
              <a:t>知识生产</a:t>
            </a:r>
            <a:endParaRPr lang="en-US" sz="140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DA9B10A2-6546-2DFB-099E-87F9BD5D4D3D}"/>
              </a:ext>
            </a:extLst>
          </p:cNvPr>
          <p:cNvSpPr/>
          <p:nvPr/>
        </p:nvSpPr>
        <p:spPr>
          <a:xfrm>
            <a:off x="8484889" y="3766712"/>
            <a:ext cx="3196551" cy="51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</a:rPr>
              <a:t>知识生产进入市场体系</a:t>
            </a:r>
            <a:endParaRPr lang="en-US" sz="1200" dirty="0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8C50F36E-90F9-0959-EB1E-52BB4589AE84}"/>
              </a:ext>
            </a:extLst>
          </p:cNvPr>
          <p:cNvSpPr/>
          <p:nvPr/>
        </p:nvSpPr>
        <p:spPr>
          <a:xfrm>
            <a:off x="8484889" y="4214229"/>
            <a:ext cx="3196551" cy="383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</a:rPr>
              <a:t>可复制｜可规模化｜可交易</a:t>
            </a:r>
            <a:endParaRPr lang="en-US" sz="800" dirty="0"/>
          </a:p>
        </p:txBody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862461AD-B797-B051-255D-3B67B7267554}"/>
              </a:ext>
            </a:extLst>
          </p:cNvPr>
          <p:cNvSpPr/>
          <p:nvPr/>
        </p:nvSpPr>
        <p:spPr>
          <a:xfrm>
            <a:off x="365649" y="4661747"/>
            <a:ext cx="11507585" cy="575379"/>
          </a:xfrm>
          <a:prstGeom prst="rightArrow">
            <a:avLst/>
          </a:prstGeom>
          <a:solidFill>
            <a:srgbClr val="FCE9E9"/>
          </a:solidFill>
          <a:ln w="12700">
            <a:solidFill>
              <a:srgbClr val="8B030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21912BF2-3448-045B-8E8A-7E6CA1F5FA87}"/>
              </a:ext>
            </a:extLst>
          </p:cNvPr>
          <p:cNvSpPr/>
          <p:nvPr/>
        </p:nvSpPr>
        <p:spPr>
          <a:xfrm>
            <a:off x="365649" y="4661747"/>
            <a:ext cx="11507585" cy="5753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0303"/>
                </a:solidFill>
              </a:rPr>
              <a:t>商品化边界持续扩展</a:t>
            </a:r>
            <a:endParaRPr lang="en-US" sz="12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8F647294-FC45-86EC-D513-7EB27FAE37C8}"/>
              </a:ext>
            </a:extLst>
          </p:cNvPr>
          <p:cNvSpPr/>
          <p:nvPr/>
        </p:nvSpPr>
        <p:spPr>
          <a:xfrm>
            <a:off x="318766" y="5780540"/>
            <a:ext cx="11507585" cy="639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+mn-ea"/>
              </a:rPr>
              <a:t>AI不是削弱商品化，而是让更多东西成为商品</a:t>
            </a:r>
            <a:endParaRPr lang="en-US" sz="1400" b="1" dirty="0">
              <a:latin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CECDDA-CB40-5A4C-937F-FF2F8DCF1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29" y="2062800"/>
            <a:ext cx="3008375" cy="180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366FC9C-16EB-4BBC-9F0D-48FB0D06E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740" y="2091122"/>
            <a:ext cx="2508293" cy="173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b9cb114-b97c-4250-9054-e182690b8f76"/>
  <p:tag name="COMMONDATA" val="eyJoZGlkIjoiNGRhODgwMGNjMzY5NTBlMzdlOTU5MGI3ZWZkNWUyYj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39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微软雅黑</vt:lpstr>
      <vt:lpstr>Arial</vt:lpstr>
      <vt:lpstr>Calibri</vt:lpstr>
      <vt:lpstr>Calibri Light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</dc:creator>
  <cp:lastModifiedBy>姓名</cp:lastModifiedBy>
  <cp:revision>98</cp:revision>
  <dcterms:created xsi:type="dcterms:W3CDTF">2022-06-24T10:06:00Z</dcterms:created>
  <dcterms:modified xsi:type="dcterms:W3CDTF">2026-04-20T09:11:35Z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609354961EAC46CF9FF141301F29A2E5</vt:lpwstr>
  </property>
  <property fmtid="{D5CDD505-2E9C-101B-9397-08002B2CF9AE}" pid="3" name="KSOProductBuildVer">
    <vt:lpwstr>2052-11.1.0.12970</vt:lpwstr>
  </property>
</Properties>
</file>